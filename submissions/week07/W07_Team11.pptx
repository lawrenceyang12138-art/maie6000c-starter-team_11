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7faafb2fe1a45fe" /><Relationship Type="http://schemas.openxmlformats.org/officeDocument/2006/relationships/extended-properties" Target="/docProps/app.xml" Id="R8355aeae7ccd4854" /><Relationship Type="http://schemas.openxmlformats.org/officeDocument/2006/relationships/officeDocument" Target="/ppt/presentation.xml" Id="Rfcd32877763a46ac" /></Relationships>
</file>

<file path=ppt/presentation.xml><?xml version="1.0" encoding="utf-8"?>
<p:presentation xmlns:p="http://schemas.openxmlformats.org/presentationml/2006/main">
  <p:sldMasterIdLst>
    <p:sldMasterId xmlns:r="http://schemas.openxmlformats.org/officeDocument/2006/relationships" id="2147483648" r:id="Rd0e5d01758594b40"/>
  </p:sldMasterIdLst>
  <p:notesMasterIdLst>
    <p:notesMasterId xmlns:r="http://schemas.openxmlformats.org/officeDocument/2006/relationships" r:id="R315749873e9c457d"/>
  </p:notesMasterIdLst>
  <p:sldIdLst>
    <p:sldId xmlns:r="http://schemas.openxmlformats.org/officeDocument/2006/relationships" id="256" r:id="R496e24015c844c4f"/>
    <p:sldId xmlns:r="http://schemas.openxmlformats.org/officeDocument/2006/relationships" id="257" r:id="Rb13bcaef33024bd7"/>
    <p:sldId xmlns:r="http://schemas.openxmlformats.org/officeDocument/2006/relationships" id="258" r:id="R4714e210a3b44965"/>
    <p:sldId xmlns:r="http://schemas.openxmlformats.org/officeDocument/2006/relationships" id="259" r:id="R5e73372f4f9e490b"/>
    <p:sldId xmlns:r="http://schemas.openxmlformats.org/officeDocument/2006/relationships" id="260" r:id="Re6a88d110b154ee7"/>
    <p:sldId xmlns:r="http://schemas.openxmlformats.org/officeDocument/2006/relationships" id="261" r:id="Rc1cf274e408841f6"/>
    <p:sldId xmlns:r="http://schemas.openxmlformats.org/officeDocument/2006/relationships" id="262" r:id="Rb066f27e91ec4c99"/>
    <p:sldId xmlns:r="http://schemas.openxmlformats.org/officeDocument/2006/relationships" id="263" r:id="R3c3c1914db004974"/>
    <p:sldId xmlns:r="http://schemas.openxmlformats.org/officeDocument/2006/relationships" id="264" r:id="R6971e108d2554491"/>
    <p:sldId xmlns:r="http://schemas.openxmlformats.org/officeDocument/2006/relationships" id="265" r:id="Rb695c7a66d044557"/>
    <p:sldId xmlns:r="http://schemas.openxmlformats.org/officeDocument/2006/relationships" id="266" r:id="Rd3d4cc5380584152"/>
    <p:sldId xmlns:r="http://schemas.openxmlformats.org/officeDocument/2006/relationships" id="267" r:id="R00d88e7fee11459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56676538dde47fb" /><Relationship Type="http://schemas.openxmlformats.org/officeDocument/2006/relationships/slideMaster" Target="/ppt/slideMasters/slideMaster1.xml" Id="Rd0e5d01758594b40" /><Relationship Type="http://schemas.openxmlformats.org/officeDocument/2006/relationships/notesMaster" Target="/ppt/notesMasters/notesMaster1.xml" Id="R315749873e9c457d" /><Relationship Type="http://schemas.openxmlformats.org/officeDocument/2006/relationships/presProps" Target="/ppt/presProps.xml" Id="Rb0c5d21272824334" /><Relationship Type="http://schemas.openxmlformats.org/officeDocument/2006/relationships/tableStyles" Target="/ppt/tableStyles.xml" Id="Rf0abc6423f474393" /><Relationship Type="http://schemas.openxmlformats.org/officeDocument/2006/relationships/slide" Target="/ppt/slides/slide1.xml" Id="R496e24015c844c4f" /><Relationship Type="http://schemas.openxmlformats.org/officeDocument/2006/relationships/slide" Target="/ppt/slides/slide2.xml" Id="Rb13bcaef33024bd7" /><Relationship Type="http://schemas.openxmlformats.org/officeDocument/2006/relationships/slide" Target="/ppt/slides/slide3.xml" Id="R4714e210a3b44965" /><Relationship Type="http://schemas.openxmlformats.org/officeDocument/2006/relationships/slide" Target="/ppt/slides/slide4.xml" Id="R5e73372f4f9e490b" /><Relationship Type="http://schemas.openxmlformats.org/officeDocument/2006/relationships/slide" Target="/ppt/slides/slide5.xml" Id="Re6a88d110b154ee7" /><Relationship Type="http://schemas.openxmlformats.org/officeDocument/2006/relationships/slide" Target="/ppt/slides/slide6.xml" Id="Rc1cf274e408841f6" /><Relationship Type="http://schemas.openxmlformats.org/officeDocument/2006/relationships/slide" Target="/ppt/slides/slide7.xml" Id="Rb066f27e91ec4c99" /><Relationship Type="http://schemas.openxmlformats.org/officeDocument/2006/relationships/slide" Target="/ppt/slides/slide8.xml" Id="R3c3c1914db004974" /><Relationship Type="http://schemas.openxmlformats.org/officeDocument/2006/relationships/slide" Target="/ppt/slides/slide9.xml" Id="R6971e108d2554491" /><Relationship Type="http://schemas.openxmlformats.org/officeDocument/2006/relationships/slide" Target="/ppt/slides/slide10.xml" Id="Rb695c7a66d044557" /><Relationship Type="http://schemas.openxmlformats.org/officeDocument/2006/relationships/slide" Target="/ppt/slides/slide11.xml" Id="Rd3d4cc5380584152" /><Relationship Type="http://schemas.openxmlformats.org/officeDocument/2006/relationships/slide" Target="/ppt/slides/slide12.xml" Id="R00d88e7fee11459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665dd6eab2483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dc1fe35dd74a87" /><Relationship Type="http://schemas.openxmlformats.org/officeDocument/2006/relationships/notesMaster" Target="/ppt/notesMasters/notesMaster1.xml" Id="R5048345475094e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58c1a24e5794659" /><Relationship Type="http://schemas.openxmlformats.org/officeDocument/2006/relationships/notesMaster" Target="/ppt/notesMasters/notesMaster1.xml" Id="R45e8aa1d340b4c0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45af275c28465d" /><Relationship Type="http://schemas.openxmlformats.org/officeDocument/2006/relationships/notesMaster" Target="/ppt/notesMasters/notesMaster1.xml" Id="Rf8f494f8517b46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b40fb9a8aaac49f9" /><Relationship Type="http://schemas.openxmlformats.org/officeDocument/2006/relationships/notesMaster" Target="/ppt/notesMasters/notesMaster1.xml" Id="R61aca54d1eda4f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864700bad64422" /><Relationship Type="http://schemas.openxmlformats.org/officeDocument/2006/relationships/notesMaster" Target="/ppt/notesMasters/notesMaster1.xml" Id="R4b3b484be62046de" /></Relationships>
</file>

<file path=ppt/notesSlides/_rels/notesSlide6.xml.rels>&#65279;<?xml version="1.0" encoding="utf-8"?><Relationships xmlns="http://schemas.openxmlformats.org/package/2006/relationships"><Relationship Type="http://schemas.openxmlformats.org/officeDocument/2006/relationships/slide" Target="/ppt/slides/slide6.xml" Id="Rd8bd68c6840743ab" /><Relationship Type="http://schemas.openxmlformats.org/officeDocument/2006/relationships/notesMaster" Target="/ppt/notesMasters/notesMaster1.xml" Id="Rd684a88bd25f405d"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6eb764ec884ef5" /><Relationship Type="http://schemas.openxmlformats.org/officeDocument/2006/relationships/notesMaster" Target="/ppt/notesMasters/notesMaster1.xml" Id="R1a56d73dcc3442fe" /></Relationships>
</file>

<file path=ppt/notesSlides/_rels/notesSlide8.xml.rels>&#65279;<?xml version="1.0" encoding="utf-8"?><Relationships xmlns="http://schemas.openxmlformats.org/package/2006/relationships"><Relationship Type="http://schemas.openxmlformats.org/officeDocument/2006/relationships/slide" Target="/ppt/slides/slide8.xml" Id="R64d75530348a4140" /><Relationship Type="http://schemas.openxmlformats.org/officeDocument/2006/relationships/notesMaster" Target="/ppt/notesMasters/notesMaster1.xml" Id="Rcec3ed7418ad4753" /></Relationships>
</file>

<file path=ppt/notesSlides/_rels/notesSlide9.xml.rels>&#65279;<?xml version="1.0" encoding="utf-8"?><Relationships xmlns="http://schemas.openxmlformats.org/package/2006/relationships"><Relationship Type="http://schemas.openxmlformats.org/officeDocument/2006/relationships/slide" Target="/ppt/slides/slide9.xml" Id="R22ba116984e045ee" /><Relationship Type="http://schemas.openxmlformats.org/officeDocument/2006/relationships/notesMaster" Target="/ppt/notesMasters/notesMaster1.xml" Id="R29dfd910ea894d3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5209e4e6c2949d3" /><Relationship Type="http://schemas.openxmlformats.org/officeDocument/2006/relationships/notesMaster" Target="/ppt/notesMasters/notesMaster1.xml" Id="R6ebe23b59bfd465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4de8d4a22ff40a2" /><Relationship Type="http://schemas.openxmlformats.org/officeDocument/2006/relationships/notesMaster" Target="/ppt/notesMasters/notesMaster1.xml" Id="R314d411bedf6490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be08fd35bb54241" /><Relationship Type="http://schemas.openxmlformats.org/officeDocument/2006/relationships/notesMaster" Target="/ppt/notesMasters/notesMaster1.xml" Id="R361586f63a8747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11 is presenting the narrow W7 vertical slice: authorized folder, durable scan, page-located parsing, keyword search and source evidence. The current live path is keyword-complete. Semantic retrieval is structurally integrated but the local model is not in this checkout.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 is a retrieval layer, not a document warehouse. It never moves or edits the source. W7 intentionally uses text PDFs and a fixed corpus so the team can prove identity, page provenance and a truthful failure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path starts with a server-side allowlist, not a client path. The API returns a durable job and never parses inside the request. The worker creates file versions, the parser stores located chunks, and search returns a canonical chunk that evidence can reopen.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important number is zero: a second scan does not duplicate files or versions, and it does not change the original corpus. A root with mixed content still records the abnormal files rather than dropping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parser preserves the page a reader sees. We checked our output with a different PDF library, and all twelve sampled passages agreed. The quality sweep found zero corrupt characters across 66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Rules or models can regenerate their output. Human decisions cannot. We store review as an append-only history with a revision number, so a stale view is refused rather than silently overwriting another reviewer.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did not merge C's parallel file tables. The canonical chunk id remains the shared key. Search-only fields live in a derived table, so a reparse can update search data without creating a second document catalogue.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keyword gate is 5/5. The pinned E5 model then embedded 20 chunks and the five frozen descriptions hit the expected file and page 5/5 in Top-3. The fallback remains explicit if the model or AI service is unavailable.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starts in API mode and has no automatic mock fallback. The live acceptance run selected the corpus, observed 16 of 16 files processed, searched the known phrase and opened P1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observed product states, not a promise that every file parses. The four attention items remain visible with reasons. Search returned the expected file and page five times, and the inspector reopened the same chunk.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team should present the limits as controls, not excuses. The current product can be trusted because it says which mode ran, which files were not parsed and which reliability features are not yet present.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verified promise: current source, page evidence, visible failure and read-only originals. Then invite questions about the model bundle, worker recovery and release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a3dab426944e7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0b5b2bc2b6c482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a7fa879ccc84d5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c67899cf9ac4a9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5371f951e17406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a7db10cdb484f3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7672912-BDD5-413F-A9DB-BE49D66C46A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3CD3907-BE3F-4D59-AEA4-94C07F3AF3C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8D5FB40-8E9E-4575-8D3C-B1FF6BF8350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0C55E91-B76D-48BE-842A-0AADB87D900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BA8C5A3-EB0B-428F-ABC9-5EBDB9B9162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AC8F82D-C8BA-48D3-8098-B1FB30C4BDC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C92876F-7A1B-499D-A451-6C10670D79C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4DE41EA-5380-4777-9F8D-413605D3C76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CC2F8B-A619-4E5B-A75B-F5DCFC40C93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171B585-FB33-49C9-A8AC-3FCECED1EF2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16905f2c644a6a" /><Relationship Type="http://schemas.openxmlformats.org/officeDocument/2006/relationships/slideLayout" Target="/ppt/slideLayouts/slideLayout1.xml" Id="Rca637e9da308419b" /><Relationship Type="http://schemas.openxmlformats.org/officeDocument/2006/relationships/slideLayout" Target="/ppt/slideLayouts/slideLayout2.xml" Id="Re74449c98bda4215" /><Relationship Type="http://schemas.openxmlformats.org/officeDocument/2006/relationships/slideLayout" Target="/ppt/slideLayouts/slideLayout3.xml" Id="R932a04e335504809" /><Relationship Type="http://schemas.openxmlformats.org/officeDocument/2006/relationships/slideLayout" Target="/ppt/slideLayouts/slideLayout4.xml" Id="R495ca53d40d64269" /><Relationship Type="http://schemas.openxmlformats.org/officeDocument/2006/relationships/slideLayout" Target="/ppt/slideLayouts/slideLayout5.xml" Id="R03a0dc01aa7c4b0d" /><Relationship Type="http://schemas.openxmlformats.org/officeDocument/2006/relationships/slideLayout" Target="/ppt/slideLayouts/slideLayout6.xml" Id="R6487d02db1f340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a637e9da308419b"/>
    <p:sldLayoutId xmlns:r="http://schemas.openxmlformats.org/officeDocument/2006/relationships" id="2147483650" r:id="Re74449c98bda4215"/>
    <p:sldLayoutId xmlns:r="http://schemas.openxmlformats.org/officeDocument/2006/relationships" id="2147483651" r:id="R932a04e335504809"/>
    <p:sldLayoutId xmlns:r="http://schemas.openxmlformats.org/officeDocument/2006/relationships" id="2147483652" r:id="R495ca53d40d64269"/>
    <p:sldLayoutId xmlns:r="http://schemas.openxmlformats.org/officeDocument/2006/relationships" id="2147483653" r:id="R03a0dc01aa7c4b0d"/>
    <p:sldLayoutId xmlns:r="http://schemas.openxmlformats.org/officeDocument/2006/relationships" id="2147483654" r:id="R6487d02db1f340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2937da0f6df40c4" /><Relationship Type="http://schemas.openxmlformats.org/officeDocument/2006/relationships/notesSlide" Target="/ppt/notesSlides/notesSlide1.xml" Id="Rf7d9e1ca4c5f47e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457f454ef944b67" /><Relationship Type="http://schemas.openxmlformats.org/officeDocument/2006/relationships/notesSlide" Target="/ppt/notesSlides/notesSlide2.xml" Id="R86d9a5c1ae6140f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e7515b0fa064c47" /><Relationship Type="http://schemas.openxmlformats.org/officeDocument/2006/relationships/notesSlide" Target="/ppt/notesSlides/notesSlide3.xml" Id="R07a11ed595064e4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70607b0894d460f" /><Relationship Type="http://schemas.openxmlformats.org/officeDocument/2006/relationships/notesSlide" Target="/ppt/notesSlides/notesSlide4.xml" Id="Rfd83758b18e74ab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e8f455ec4884a26" /><Relationship Type="http://schemas.openxmlformats.org/officeDocument/2006/relationships/notesSlide" Target="/ppt/notesSlides/notesSlide5.xml" Id="R9794bd9ec1564ab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8d02e3923634d02" /><Relationship Type="http://schemas.openxmlformats.org/officeDocument/2006/relationships/notesSlide" Target="/ppt/notesSlides/notesSlide6.xml" Id="R6e7800c1b81d43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b208c1b2d1c4aa7" /><Relationship Type="http://schemas.openxmlformats.org/officeDocument/2006/relationships/notesSlide" Target="/ppt/notesSlides/notesSlide7.xml" Id="R214cc83163e847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3e0a115e2944641" /><Relationship Type="http://schemas.openxmlformats.org/officeDocument/2006/relationships/notesSlide" Target="/ppt/notesSlides/notesSlide8.xml" Id="R9a5ebd7333a7481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03f490edf5e4c7e" /><Relationship Type="http://schemas.openxmlformats.org/officeDocument/2006/relationships/notesSlide" Target="/ppt/notesSlides/notesSlide9.xml" Id="Rbca5103da009431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02c5ed43ef243c6" /><Relationship Type="http://schemas.openxmlformats.org/officeDocument/2006/relationships/notesSlide" Target="/ppt/notesSlides/notesSlide10.xml" Id="Rcc00affc647d43d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4e972aba9fc4e68" /><Relationship Type="http://schemas.openxmlformats.org/officeDocument/2006/relationships/notesSlide" Target="/ppt/notesSlides/notesSlide11.xml" Id="R11fce985d84140c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2c3bb7c13404b7a" /><Relationship Type="http://schemas.openxmlformats.org/officeDocument/2006/relationships/notesSlide" Target="/ppt/notesSlides/notesSlide12.xml" Id="R1c48b62e501a4871" /></Relationships>
</file>

<file path=ppt/slides/slide1.xml><?xml version="1.0" encoding="utf-8"?>
<p:sld xmlns:p="http://schemas.openxmlformats.org/presentationml/2006/main">
  <p:cSld>
    <p:bg>
      <p:bgPr>
        <a:solidFill xmlns:a="http://schemas.openxmlformats.org/drawingml/2006/main">
          <a:srgbClr val="020618"/>
        </a:solidFill>
      </p:bgPr>
    </p:bg>
    <p:spTree>
      <p:nvGrpSpPr>
        <p:cNvPr id="1" name=""/>
        <p:cNvGrpSpPr/>
        <p:nvPr/>
      </p:nvGrpSpPr>
      <p:grpSpPr>
        <a:xfrm xmlns:a="http://schemas.openxmlformats.org/drawingml/2006/main"/>
      </p:grpSpPr>
      <p:sp>
        <p:nvSpPr>
          <p:cNvPr id="6" name="cover-label">
            <a:extLst xmlns:a="http://schemas.openxmlformats.org/drawingml/2006/main">
              <a:ext uri="{FF2B5EF4-FFF2-40B4-BE49-F238E27FC236}">
                <a16:creationId xmlns:a16="http://schemas.microsoft.com/office/drawing/2014/main" id="{8D5E7E9B-5409-4C92-99A9-F7D68C86E243}"/>
              </a:ext>
            </a:extLst>
          </p:cNvPr>
          <p:cNvSpPr>
            <a:spLocks xmlns:a="http://schemas.openxmlformats.org/drawingml/2006/main" noGrp="1"/>
          </p:cNvSpPr>
          <p:nvPr/>
        </p:nvSpPr>
        <p:spPr>
          <a:xfrm xmlns:a="http://schemas.openxmlformats.org/drawingml/2006/main">
            <a:off x="685800" y="5334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975" b="1">
                <a:solidFill>
                  <a:srgbClr val="74D4FF"/>
                </a:solidFill>
              </a:defRPr>
            </a:defPPr>
            <a:lvl1pPr algn="l">
              <a:defRPr sz="975" b="1">
                <a:solidFill>
                  <a:srgbClr val="74D4FF"/>
                </a:solidFill>
              </a:defRPr>
            </a:lvl1pPr>
            <a:lvl2pPr algn="l">
              <a:defRPr sz="975" b="1">
                <a:solidFill>
                  <a:srgbClr val="74D4FF"/>
                </a:solidFill>
              </a:defRPr>
            </a:lvl2pPr>
            <a:lvl3pPr algn="l">
              <a:defRPr sz="975" b="1">
                <a:solidFill>
                  <a:srgbClr val="74D4FF"/>
                </a:solidFill>
              </a:defRPr>
            </a:lvl3pPr>
            <a:lvl4pPr algn="l">
              <a:defRPr sz="975" b="1">
                <a:solidFill>
                  <a:srgbClr val="74D4FF"/>
                </a:solidFill>
              </a:defRPr>
            </a:lvl4pPr>
            <a:lvl5pPr algn="l">
              <a:defRPr sz="975" b="1">
                <a:solidFill>
                  <a:srgbClr val="74D4FF"/>
                </a:solidFill>
              </a:defRPr>
            </a:lvl5pPr>
            <a:lvl6pPr algn="l">
              <a:defRPr sz="975" b="1">
                <a:solidFill>
                  <a:srgbClr val="74D4FF"/>
                </a:solidFill>
              </a:defRPr>
            </a:lvl6pPr>
            <a:lvl7pPr algn="l">
              <a:defRPr sz="975" b="1">
                <a:solidFill>
                  <a:srgbClr val="74D4FF"/>
                </a:solidFill>
              </a:defRPr>
            </a:lvl7pPr>
            <a:lvl8pPr algn="l">
              <a:defRPr sz="975" b="1">
                <a:solidFill>
                  <a:srgbClr val="74D4FF"/>
                </a:solidFill>
              </a:defRPr>
            </a:lvl8pPr>
            <a:lvl9pPr algn="l">
              <a:defRPr sz="975" b="1">
                <a:solidFill>
                  <a:srgbClr val="74D4FF"/>
                </a:solidFill>
              </a:defRPr>
            </a:lvl9pPr>
          </a:lstStyle>
          <a:p xmlns:a="http://schemas.openxmlformats.org/drawingml/2006/main">
            <a:pPr algn="l">
              <a:lnSpc>
                <a:spcPct val="108000"/>
              </a:lnSpc>
              <a:buNone/>
              <a:defRPr sz="975" b="1">
                <a:solidFill>
                  <a:srgbClr val="74D4FF"/>
                </a:solidFill>
              </a:defRPr>
            </a:pPr>
            <a:r>
              <a:rPr sz="975" b="1">
                <a:solidFill>
                  <a:srgbClr val="74D4FF"/>
                </a:solidFill>
              </a:rPr>
              <a:t>TEAM 11  /  MAIE 6000C</a:t>
            </a:r>
          </a:p>
        </p:txBody>
      </p:sp>
      <p:sp>
        <p:nvSpPr>
          <p:cNvPr id="2" name="cover-title">
            <a:extLst xmlns:a="http://schemas.openxmlformats.org/drawingml/2006/main">
              <a:ext uri="{FF2B5EF4-FFF2-40B4-BE49-F238E27FC236}">
                <a16:creationId xmlns:a16="http://schemas.microsoft.com/office/drawing/2014/main" id="{35F03039-CAD2-41EE-8E93-7C2F80002B06}"/>
              </a:ext>
            </a:extLst>
          </p:cNvPr>
          <p:cNvSpPr>
            <a:spLocks xmlns:a="http://schemas.openxmlformats.org/drawingml/2006/main" noGrp="1"/>
          </p:cNvSpPr>
          <p:nvPr/>
        </p:nvSpPr>
        <p:spPr>
          <a:xfrm xmlns:a="http://schemas.openxmlformats.org/drawingml/2006/main">
            <a:off x="685800" y="1809750"/>
            <a:ext cx="781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550" b="1">
                <a:solidFill>
                  <a:srgbClr val="FFFFFF"/>
                </a:solidFill>
              </a:defRPr>
            </a:defPPr>
            <a:lvl1pPr algn="l">
              <a:defRPr sz="5550" b="1">
                <a:solidFill>
                  <a:srgbClr val="FFFFFF"/>
                </a:solidFill>
              </a:defRPr>
            </a:lvl1pPr>
            <a:lvl2pPr algn="l">
              <a:defRPr sz="5550" b="1">
                <a:solidFill>
                  <a:srgbClr val="FFFFFF"/>
                </a:solidFill>
              </a:defRPr>
            </a:lvl2pPr>
            <a:lvl3pPr algn="l">
              <a:defRPr sz="5550" b="1">
                <a:solidFill>
                  <a:srgbClr val="FFFFFF"/>
                </a:solidFill>
              </a:defRPr>
            </a:lvl3pPr>
            <a:lvl4pPr algn="l">
              <a:defRPr sz="5550" b="1">
                <a:solidFill>
                  <a:srgbClr val="FFFFFF"/>
                </a:solidFill>
              </a:defRPr>
            </a:lvl4pPr>
            <a:lvl5pPr algn="l">
              <a:defRPr sz="5550" b="1">
                <a:solidFill>
                  <a:srgbClr val="FFFFFF"/>
                </a:solidFill>
              </a:defRPr>
            </a:lvl5pPr>
            <a:lvl6pPr algn="l">
              <a:defRPr sz="5550" b="1">
                <a:solidFill>
                  <a:srgbClr val="FFFFFF"/>
                </a:solidFill>
              </a:defRPr>
            </a:lvl6pPr>
            <a:lvl7pPr algn="l">
              <a:defRPr sz="5550" b="1">
                <a:solidFill>
                  <a:srgbClr val="FFFFFF"/>
                </a:solidFill>
              </a:defRPr>
            </a:lvl7pPr>
            <a:lvl8pPr algn="l">
              <a:defRPr sz="5550" b="1">
                <a:solidFill>
                  <a:srgbClr val="FFFFFF"/>
                </a:solidFill>
              </a:defRPr>
            </a:lvl8pPr>
            <a:lvl9pPr algn="l">
              <a:defRPr sz="5550" b="1">
                <a:solidFill>
                  <a:srgbClr val="FFFFFF"/>
                </a:solidFill>
              </a:defRPr>
            </a:lvl9pPr>
          </a:lstStyle>
          <a:p xmlns:a="http://schemas.openxmlformats.org/drawingml/2006/main">
            <a:pPr algn="l">
              <a:lnSpc>
                <a:spcPct val="108000"/>
              </a:lnSpc>
              <a:buNone/>
              <a:defRPr sz="5550" b="1">
                <a:solidFill>
                  <a:srgbClr val="FFFFFF"/>
                </a:solidFill>
              </a:defRPr>
            </a:pPr>
            <a:r>
              <a:rPr sz="5550" b="1">
                <a:solidFill>
                  <a:srgbClr val="FFFFFF"/>
                </a:solidFill>
              </a:rPr>
              <a:t>File Trace</a:t>
            </a:r>
          </a:p>
        </p:txBody>
      </p:sp>
      <p:sp>
        <p:nvSpPr>
          <p:cNvPr id="3" name="cover-subtitle">
            <a:extLst xmlns:a="http://schemas.openxmlformats.org/drawingml/2006/main">
              <a:ext uri="{FF2B5EF4-FFF2-40B4-BE49-F238E27FC236}">
                <a16:creationId xmlns:a16="http://schemas.microsoft.com/office/drawing/2014/main" id="{DE598E2E-00BE-4544-8352-CBCE9F64D5C1}"/>
              </a:ext>
            </a:extLst>
          </p:cNvPr>
          <p:cNvSpPr>
            <a:spLocks xmlns:a="http://schemas.openxmlformats.org/drawingml/2006/main" noGrp="1"/>
          </p:cNvSpPr>
          <p:nvPr/>
        </p:nvSpPr>
        <p:spPr>
          <a:xfrm xmlns:a="http://schemas.openxmlformats.org/drawingml/2006/main">
            <a:off x="723900" y="285750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CAD5E2"/>
                </a:solidFill>
              </a:defRPr>
            </a:defPPr>
            <a:lvl1pPr algn="l">
              <a:defRPr sz="2025" b="0">
                <a:solidFill>
                  <a:srgbClr val="CAD5E2"/>
                </a:solidFill>
              </a:defRPr>
            </a:lvl1pPr>
            <a:lvl2pPr algn="l">
              <a:defRPr sz="2025" b="0">
                <a:solidFill>
                  <a:srgbClr val="CAD5E2"/>
                </a:solidFill>
              </a:defRPr>
            </a:lvl2pPr>
            <a:lvl3pPr algn="l">
              <a:defRPr sz="2025" b="0">
                <a:solidFill>
                  <a:srgbClr val="CAD5E2"/>
                </a:solidFill>
              </a:defRPr>
            </a:lvl3pPr>
            <a:lvl4pPr algn="l">
              <a:defRPr sz="2025" b="0">
                <a:solidFill>
                  <a:srgbClr val="CAD5E2"/>
                </a:solidFill>
              </a:defRPr>
            </a:lvl4pPr>
            <a:lvl5pPr algn="l">
              <a:defRPr sz="2025" b="0">
                <a:solidFill>
                  <a:srgbClr val="CAD5E2"/>
                </a:solidFill>
              </a:defRPr>
            </a:lvl5pPr>
            <a:lvl6pPr algn="l">
              <a:defRPr sz="2025" b="0">
                <a:solidFill>
                  <a:srgbClr val="CAD5E2"/>
                </a:solidFill>
              </a:defRPr>
            </a:lvl6pPr>
            <a:lvl7pPr algn="l">
              <a:defRPr sz="2025" b="0">
                <a:solidFill>
                  <a:srgbClr val="CAD5E2"/>
                </a:solidFill>
              </a:defRPr>
            </a:lvl7pPr>
            <a:lvl8pPr algn="l">
              <a:defRPr sz="2025" b="0">
                <a:solidFill>
                  <a:srgbClr val="CAD5E2"/>
                </a:solidFill>
              </a:defRPr>
            </a:lvl8pPr>
            <a:lvl9pPr algn="l">
              <a:defRPr sz="2025" b="0">
                <a:solidFill>
                  <a:srgbClr val="CAD5E2"/>
                </a:solidFill>
              </a:defRPr>
            </a:lvl9pPr>
          </a:lstStyle>
          <a:p xmlns:a="http://schemas.openxmlformats.org/drawingml/2006/main">
            <a:pPr algn="l">
              <a:lnSpc>
                <a:spcPct val="108000"/>
              </a:lnSpc>
              <a:buNone/>
              <a:defRPr sz="2025" b="0">
                <a:solidFill>
                  <a:srgbClr val="CAD5E2"/>
                </a:solidFill>
              </a:defRPr>
            </a:pPr>
            <a:r>
              <a:rPr sz="2025" b="0">
                <a:solidFill>
                  <a:srgbClr val="CAD5E2"/>
                </a:solidFill>
              </a:rPr>
              <a:t>Read-only local retrieval with source evidence</a:t>
            </a:r>
          </a:p>
        </p:txBody>
      </p:sp>
      <p:sp>
        <p:nvSpPr>
          <p:cNvPr id="4" name="cover-rule">
            <a:extLst xmlns:a="http://schemas.openxmlformats.org/drawingml/2006/main">
              <a:ext uri="{FF2B5EF4-FFF2-40B4-BE49-F238E27FC236}">
                <a16:creationId xmlns:a16="http://schemas.microsoft.com/office/drawing/2014/main" id="{ABCAD92F-6436-4806-BE22-EDB21C1E5F78}"/>
              </a:ext>
            </a:extLst>
          </p:cNvPr>
          <p:cNvSpPr>
            <a:spLocks xmlns:a="http://schemas.openxmlformats.org/drawingml/2006/main" noGrp="1"/>
          </p:cNvSpPr>
          <p:nvPr/>
        </p:nvSpPr>
        <p:spPr>
          <a:xfrm xmlns:a="http://schemas.openxmlformats.org/drawingml/2006/main">
            <a:off x="723900" y="3714750"/>
            <a:ext cx="1524000" cy="57150"/>
          </a:xfrm>
          <a:prstGeom xmlns:a="http://schemas.openxmlformats.org/drawingml/2006/main" prst="rect">
            <a:avLst/>
          </a:prstGeom>
          <a:solidFill xmlns:a="http://schemas.openxmlformats.org/drawingml/2006/main">
            <a:srgbClr val="00BCFF"/>
          </a:solidFill>
          <a:ln xmlns:a="http://schemas.openxmlformats.org/drawingml/2006/main" w="0">
            <a:noFill/>
            <a:prstDash val="solid"/>
          </a:ln>
        </p:spPr>
      </p:sp>
      <p:sp>
        <p:nvSpPr>
          <p:cNvPr id="5" name="cover-meta">
            <a:extLst xmlns:a="http://schemas.openxmlformats.org/drawingml/2006/main">
              <a:ext uri="{FF2B5EF4-FFF2-40B4-BE49-F238E27FC236}">
                <a16:creationId xmlns:a16="http://schemas.microsoft.com/office/drawing/2014/main" id="{233C5F76-084F-4355-B2C3-A7B4EEF5AC01}"/>
              </a:ext>
            </a:extLst>
          </p:cNvPr>
          <p:cNvSpPr>
            <a:spLocks xmlns:a="http://schemas.openxmlformats.org/drawingml/2006/main" noGrp="1"/>
          </p:cNvSpPr>
          <p:nvPr/>
        </p:nvSpPr>
        <p:spPr>
          <a:xfrm xmlns:a="http://schemas.openxmlformats.org/drawingml/2006/main">
            <a:off x="723900" y="411480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125" b="0">
                <a:solidFill>
                  <a:srgbClr val="90A1B9"/>
                </a:solidFill>
              </a:defRPr>
            </a:defPPr>
            <a:lvl1pPr algn="l">
              <a:defRPr sz="1125" b="0">
                <a:solidFill>
                  <a:srgbClr val="90A1B9"/>
                </a:solidFill>
              </a:defRPr>
            </a:lvl1pPr>
            <a:lvl2pPr algn="l">
              <a:defRPr sz="1125" b="0">
                <a:solidFill>
                  <a:srgbClr val="90A1B9"/>
                </a:solidFill>
              </a:defRPr>
            </a:lvl2pPr>
            <a:lvl3pPr algn="l">
              <a:defRPr sz="1125" b="0">
                <a:solidFill>
                  <a:srgbClr val="90A1B9"/>
                </a:solidFill>
              </a:defRPr>
            </a:lvl3pPr>
            <a:lvl4pPr algn="l">
              <a:defRPr sz="1125" b="0">
                <a:solidFill>
                  <a:srgbClr val="90A1B9"/>
                </a:solidFill>
              </a:defRPr>
            </a:lvl4pPr>
            <a:lvl5pPr algn="l">
              <a:defRPr sz="1125" b="0">
                <a:solidFill>
                  <a:srgbClr val="90A1B9"/>
                </a:solidFill>
              </a:defRPr>
            </a:lvl5pPr>
            <a:lvl6pPr algn="l">
              <a:defRPr sz="1125" b="0">
                <a:solidFill>
                  <a:srgbClr val="90A1B9"/>
                </a:solidFill>
              </a:defRPr>
            </a:lvl6pPr>
            <a:lvl7pPr algn="l">
              <a:defRPr sz="1125" b="0">
                <a:solidFill>
                  <a:srgbClr val="90A1B9"/>
                </a:solidFill>
              </a:defRPr>
            </a:lvl7pPr>
            <a:lvl8pPr algn="l">
              <a:defRPr sz="1125" b="0">
                <a:solidFill>
                  <a:srgbClr val="90A1B9"/>
                </a:solidFill>
              </a:defRPr>
            </a:lvl8pPr>
            <a:lvl9pPr algn="l">
              <a:defRPr sz="1125" b="0">
                <a:solidFill>
                  <a:srgbClr val="90A1B9"/>
                </a:solidFill>
              </a:defRPr>
            </a:lvl9pPr>
          </a:lstStyle>
          <a:p xmlns:a="http://schemas.openxmlformats.org/drawingml/2006/main">
            <a:pPr algn="l">
              <a:lnSpc>
                <a:spcPct val="108000"/>
              </a:lnSpc>
              <a:buNone/>
              <a:defRPr sz="1125" b="0">
                <a:solidFill>
                  <a:srgbClr val="90A1B9"/>
                </a:solidFill>
              </a:defRPr>
            </a:pPr>
            <a:r>
              <a:rPr sz="1125" b="0">
                <a:solidFill>
                  <a:srgbClr val="90A1B9"/>
                </a:solidFill>
              </a:rPr>
              <a:t>W7 midterm milestone  /  integration branch  /  17 October 2026</a:t>
            </a:r>
          </a:p>
        </p:txBody>
      </p:sp>
    </p:spTree>
    <p:extLst>
      <p:ext uri="{BB962C8B-B14F-4D97-AF65-F5344CB8AC3E}">
        <p14:creationId xmlns:p14="http://schemas.microsoft.com/office/powerpoint/2010/main" val="938987393"/>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7" name="eyebrow">
            <a:extLst xmlns:a="http://schemas.openxmlformats.org/drawingml/2006/main">
              <a:ext uri="{FF2B5EF4-FFF2-40B4-BE49-F238E27FC236}">
                <a16:creationId xmlns:a16="http://schemas.microsoft.com/office/drawing/2014/main" id="{627E8044-B881-42B7-9E29-D75F47B977E9}"/>
              </a:ext>
            </a:extLst>
          </p:cNvPr>
          <p:cNvSpPr>
            <a:spLocks xmlns:a="http://schemas.openxmlformats.org/drawingml/2006/main" noGrp="1"/>
          </p:cNvSpPr>
          <p:nvPr/>
        </p:nvSpPr>
        <p:spPr>
          <a:xfrm xmlns:a="http://schemas.openxmlformats.org/drawingml/2006/main">
            <a:off x="685800" y="26670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900" b="1">
                <a:solidFill>
                  <a:srgbClr val="62748E"/>
                </a:solidFill>
              </a:defRPr>
            </a:defPPr>
            <a:lvl1pPr algn="l">
              <a:defRPr sz="900" b="1">
                <a:solidFill>
                  <a:srgbClr val="62748E"/>
                </a:solidFill>
              </a:defRPr>
            </a:lvl1pPr>
            <a:lvl2pPr algn="l">
              <a:defRPr sz="900" b="1">
                <a:solidFill>
                  <a:srgbClr val="62748E"/>
                </a:solidFill>
              </a:defRPr>
            </a:lvl2pPr>
            <a:lvl3pPr algn="l">
              <a:defRPr sz="900" b="1">
                <a:solidFill>
                  <a:srgbClr val="62748E"/>
                </a:solidFill>
              </a:defRPr>
            </a:lvl3pPr>
            <a:lvl4pPr algn="l">
              <a:defRPr sz="900" b="1">
                <a:solidFill>
                  <a:srgbClr val="62748E"/>
                </a:solidFill>
              </a:defRPr>
            </a:lvl4pPr>
            <a:lvl5pPr algn="l">
              <a:defRPr sz="900" b="1">
                <a:solidFill>
                  <a:srgbClr val="62748E"/>
                </a:solidFill>
              </a:defRPr>
            </a:lvl5pPr>
            <a:lvl6pPr algn="l">
              <a:defRPr sz="900" b="1">
                <a:solidFill>
                  <a:srgbClr val="62748E"/>
                </a:solidFill>
              </a:defRPr>
            </a:lvl6pPr>
            <a:lvl7pPr algn="l">
              <a:defRPr sz="900" b="1">
                <a:solidFill>
                  <a:srgbClr val="62748E"/>
                </a:solidFill>
              </a:defRPr>
            </a:lvl7pPr>
            <a:lvl8pPr algn="l">
              <a:defRPr sz="900" b="1">
                <a:solidFill>
                  <a:srgbClr val="62748E"/>
                </a:solidFill>
              </a:defRPr>
            </a:lvl8pPr>
            <a:lvl9pPr algn="l">
              <a:defRPr sz="900" b="1">
                <a:solidFill>
                  <a:srgbClr val="62748E"/>
                </a:solidFill>
              </a:defRPr>
            </a:lvl9pPr>
          </a:lstStyle>
          <a:p xmlns:a="http://schemas.openxmlformats.org/drawingml/2006/main">
            <a:pPr algn="l">
              <a:lnSpc>
                <a:spcPct val="108000"/>
              </a:lnSpc>
              <a:buNone/>
              <a:defRPr sz="900" b="1">
                <a:solidFill>
                  <a:srgbClr val="62748E"/>
                </a:solidFill>
              </a:defRPr>
            </a:pPr>
            <a:r>
              <a:rPr sz="900" b="1">
                <a:solidFill>
                  <a:srgbClr val="62748E"/>
                </a:solidFill>
              </a:rPr>
              <a:t>TEAM 11  /  SCOPE</a:t>
            </a:r>
          </a:p>
        </p:txBody>
      </p:sp>
      <p:sp>
        <p:nvSpPr>
          <p:cNvPr id="2" name="page">
            <a:extLst xmlns:a="http://schemas.openxmlformats.org/drawingml/2006/main">
              <a:ext uri="{FF2B5EF4-FFF2-40B4-BE49-F238E27FC236}">
                <a16:creationId xmlns:a16="http://schemas.microsoft.com/office/drawing/2014/main" id="{AE591A0F-E42B-411A-8C87-F662C53EE3BC}"/>
              </a:ext>
            </a:extLst>
          </p:cNvPr>
          <p:cNvSpPr>
            <a:spLocks xmlns:a="http://schemas.openxmlformats.org/drawingml/2006/main" noGrp="1"/>
          </p:cNvSpPr>
          <p:nvPr/>
        </p:nvSpPr>
        <p:spPr>
          <a:xfrm xmlns:a="http://schemas.openxmlformats.org/drawingml/2006/main">
            <a:off x="11049000" y="2476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900" b="1">
                <a:solidFill>
                  <a:srgbClr val="90A1B9"/>
                </a:solidFill>
              </a:defRPr>
            </a:defPPr>
            <a:lvl1pPr algn="r">
              <a:defRPr sz="900" b="1">
                <a:solidFill>
                  <a:srgbClr val="90A1B9"/>
                </a:solidFill>
              </a:defRPr>
            </a:lvl1pPr>
            <a:lvl2pPr algn="r">
              <a:defRPr sz="900" b="1">
                <a:solidFill>
                  <a:srgbClr val="90A1B9"/>
                </a:solidFill>
              </a:defRPr>
            </a:lvl2pPr>
            <a:lvl3pPr algn="r">
              <a:defRPr sz="900" b="1">
                <a:solidFill>
                  <a:srgbClr val="90A1B9"/>
                </a:solidFill>
              </a:defRPr>
            </a:lvl3pPr>
            <a:lvl4pPr algn="r">
              <a:defRPr sz="900" b="1">
                <a:solidFill>
                  <a:srgbClr val="90A1B9"/>
                </a:solidFill>
              </a:defRPr>
            </a:lvl4pPr>
            <a:lvl5pPr algn="r">
              <a:defRPr sz="900" b="1">
                <a:solidFill>
                  <a:srgbClr val="90A1B9"/>
                </a:solidFill>
              </a:defRPr>
            </a:lvl5pPr>
            <a:lvl6pPr algn="r">
              <a:defRPr sz="900" b="1">
                <a:solidFill>
                  <a:srgbClr val="90A1B9"/>
                </a:solidFill>
              </a:defRPr>
            </a:lvl6pPr>
            <a:lvl7pPr algn="r">
              <a:defRPr sz="900" b="1">
                <a:solidFill>
                  <a:srgbClr val="90A1B9"/>
                </a:solidFill>
              </a:defRPr>
            </a:lvl7pPr>
            <a:lvl8pPr algn="r">
              <a:defRPr sz="900" b="1">
                <a:solidFill>
                  <a:srgbClr val="90A1B9"/>
                </a:solidFill>
              </a:defRPr>
            </a:lvl8pPr>
            <a:lvl9pPr algn="r">
              <a:defRPr sz="900" b="1">
                <a:solidFill>
                  <a:srgbClr val="90A1B9"/>
                </a:solidFill>
              </a:defRPr>
            </a:lvl9pPr>
          </a:lstStyle>
          <a:p xmlns:a="http://schemas.openxmlformats.org/drawingml/2006/main">
            <a:pPr algn="r">
              <a:lnSpc>
                <a:spcPct val="108000"/>
              </a:lnSpc>
              <a:buNone/>
              <a:defRPr sz="900" b="1">
                <a:solidFill>
                  <a:srgbClr val="90A1B9"/>
                </a:solidFill>
              </a:defRPr>
            </a:pPr>
            <a:r>
              <a:rPr sz="900" b="1">
                <a:solidFill>
                  <a:srgbClr val="90A1B9"/>
                </a:solidFill>
              </a:rPr>
              <a:t>02</a:t>
            </a:r>
          </a:p>
        </p:txBody>
      </p:sp>
      <p:sp>
        <p:nvSpPr>
          <p:cNvPr id="3" name="scope-rule">
            <a:extLst xmlns:a="http://schemas.openxmlformats.org/drawingml/2006/main">
              <a:ext uri="{FF2B5EF4-FFF2-40B4-BE49-F238E27FC236}">
                <a16:creationId xmlns:a16="http://schemas.microsoft.com/office/drawing/2014/main" id="{05FF98D9-3610-4AD1-A7AD-ADB759147A00}"/>
              </a:ext>
            </a:extLst>
          </p:cNvPr>
          <p:cNvSpPr>
            <a:spLocks xmlns:a="http://schemas.openxmlformats.org/drawingml/2006/main" noGrp="1"/>
          </p:cNvSpPr>
          <p:nvPr/>
        </p:nvSpPr>
        <p:spPr>
          <a:xfrm xmlns:a="http://schemas.openxmlformats.org/drawingml/2006/main">
            <a:off x="685800" y="552450"/>
            <a:ext cx="514350" cy="47625"/>
          </a:xfrm>
          <a:prstGeom xmlns:a="http://schemas.openxmlformats.org/drawingml/2006/main" prst="rect">
            <a:avLst/>
          </a:prstGeom>
          <a:solidFill xmlns:a="http://schemas.openxmlformats.org/drawingml/2006/main">
            <a:srgbClr val="0084D1"/>
          </a:solidFill>
          <a:ln xmlns:a="http://schemas.openxmlformats.org/drawingml/2006/main" w="0">
            <a:noFill/>
            <a:prstDash val="solid"/>
          </a:ln>
        </p:spPr>
      </p:sp>
      <p:sp>
        <p:nvSpPr>
          <p:cNvPr id="4" name="title">
            <a:extLst xmlns:a="http://schemas.openxmlformats.org/drawingml/2006/main">
              <a:ext uri="{FF2B5EF4-FFF2-40B4-BE49-F238E27FC236}">
                <a16:creationId xmlns:a16="http://schemas.microsoft.com/office/drawing/2014/main" id="{A5024C36-C5F1-4A0B-9E38-7EF1D49C2940}"/>
              </a:ext>
            </a:extLst>
          </p:cNvPr>
          <p:cNvSpPr>
            <a:spLocks xmlns:a="http://schemas.openxmlformats.org/drawingml/2006/main" noGrp="1"/>
          </p:cNvSpPr>
          <p:nvPr/>
        </p:nvSpPr>
        <p:spPr>
          <a:xfrm xmlns:a="http://schemas.openxmlformats.org/drawingml/2006/main">
            <a:off x="685800" y="685800"/>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00" b="1">
                <a:solidFill>
                  <a:srgbClr val="020618"/>
                </a:solidFill>
              </a:defRPr>
            </a:defPPr>
            <a:lvl1pPr algn="l">
              <a:defRPr sz="3000" b="1">
                <a:solidFill>
                  <a:srgbClr val="020618"/>
                </a:solidFill>
              </a:defRPr>
            </a:lvl1pPr>
            <a:lvl2pPr algn="l">
              <a:defRPr sz="3000" b="1">
                <a:solidFill>
                  <a:srgbClr val="020618"/>
                </a:solidFill>
              </a:defRPr>
            </a:lvl2pPr>
            <a:lvl3pPr algn="l">
              <a:defRPr sz="3000" b="1">
                <a:solidFill>
                  <a:srgbClr val="020618"/>
                </a:solidFill>
              </a:defRPr>
            </a:lvl3pPr>
            <a:lvl4pPr algn="l">
              <a:defRPr sz="3000" b="1">
                <a:solidFill>
                  <a:srgbClr val="020618"/>
                </a:solidFill>
              </a:defRPr>
            </a:lvl4pPr>
            <a:lvl5pPr algn="l">
              <a:defRPr sz="3000" b="1">
                <a:solidFill>
                  <a:srgbClr val="020618"/>
                </a:solidFill>
              </a:defRPr>
            </a:lvl5pPr>
            <a:lvl6pPr algn="l">
              <a:defRPr sz="3000" b="1">
                <a:solidFill>
                  <a:srgbClr val="020618"/>
                </a:solidFill>
              </a:defRPr>
            </a:lvl6pPr>
            <a:lvl7pPr algn="l">
              <a:defRPr sz="3000" b="1">
                <a:solidFill>
                  <a:srgbClr val="020618"/>
                </a:solidFill>
              </a:defRPr>
            </a:lvl7pPr>
            <a:lvl8pPr algn="l">
              <a:defRPr sz="3000" b="1">
                <a:solidFill>
                  <a:srgbClr val="020618"/>
                </a:solidFill>
              </a:defRPr>
            </a:lvl8pPr>
            <a:lvl9pPr algn="l">
              <a:defRPr sz="3000" b="1">
                <a:solidFill>
                  <a:srgbClr val="020618"/>
                </a:solidFill>
              </a:defRPr>
            </a:lvl9pPr>
          </a:lstStyle>
          <a:p xmlns:a="http://schemas.openxmlformats.org/drawingml/2006/main">
            <a:pPr algn="l">
              <a:lnSpc>
                <a:spcPct val="105000"/>
              </a:lnSpc>
              <a:buNone/>
              <a:defRPr sz="3000" b="1">
                <a:solidFill>
                  <a:srgbClr val="020618"/>
                </a:solidFill>
              </a:defRPr>
            </a:pPr>
            <a:r>
              <a:rPr sz="3000" b="1">
                <a:solidFill>
                  <a:srgbClr val="020618"/>
                </a:solidFill>
              </a:rPr>
              <a:t>Users remember meaning, not filenames</a:t>
            </a:r>
          </a:p>
        </p:txBody>
      </p:sp>
      <p:sp>
        <p:nvSpPr>
          <p:cNvPr id="5" name="subtitle">
            <a:extLst xmlns:a="http://schemas.openxmlformats.org/drawingml/2006/main">
              <a:ext uri="{FF2B5EF4-FFF2-40B4-BE49-F238E27FC236}">
                <a16:creationId xmlns:a16="http://schemas.microsoft.com/office/drawing/2014/main" id="{1CAD3AFF-B411-4B13-87E4-15B03F945F93}"/>
              </a:ext>
            </a:extLst>
          </p:cNvPr>
          <p:cNvSpPr>
            <a:spLocks xmlns:a="http://schemas.openxmlformats.org/drawingml/2006/main" noGrp="1"/>
          </p:cNvSpPr>
          <p:nvPr/>
        </p:nvSpPr>
        <p:spPr>
          <a:xfrm xmlns:a="http://schemas.openxmlformats.org/drawingml/2006/main">
            <a:off x="685800" y="158115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45556C"/>
                </a:solidFill>
              </a:defRPr>
            </a:defPPr>
            <a:lvl1pPr algn="l">
              <a:defRPr sz="1500" b="0">
                <a:solidFill>
                  <a:srgbClr val="45556C"/>
                </a:solidFill>
              </a:defRPr>
            </a:lvl1pPr>
            <a:lvl2pPr algn="l">
              <a:defRPr sz="1500" b="0">
                <a:solidFill>
                  <a:srgbClr val="45556C"/>
                </a:solidFill>
              </a:defRPr>
            </a:lvl2pPr>
            <a:lvl3pPr algn="l">
              <a:defRPr sz="1500" b="0">
                <a:solidFill>
                  <a:srgbClr val="45556C"/>
                </a:solidFill>
              </a:defRPr>
            </a:lvl3pPr>
            <a:lvl4pPr algn="l">
              <a:defRPr sz="1500" b="0">
                <a:solidFill>
                  <a:srgbClr val="45556C"/>
                </a:solidFill>
              </a:defRPr>
            </a:lvl4pPr>
            <a:lvl5pPr algn="l">
              <a:defRPr sz="1500" b="0">
                <a:solidFill>
                  <a:srgbClr val="45556C"/>
                </a:solidFill>
              </a:defRPr>
            </a:lvl5pPr>
            <a:lvl6pPr algn="l">
              <a:defRPr sz="1500" b="0">
                <a:solidFill>
                  <a:srgbClr val="45556C"/>
                </a:solidFill>
              </a:defRPr>
            </a:lvl6pPr>
            <a:lvl7pPr algn="l">
              <a:defRPr sz="1500" b="0">
                <a:solidFill>
                  <a:srgbClr val="45556C"/>
                </a:solidFill>
              </a:defRPr>
            </a:lvl7pPr>
            <a:lvl8pPr algn="l">
              <a:defRPr sz="1500" b="0">
                <a:solidFill>
                  <a:srgbClr val="45556C"/>
                </a:solidFill>
              </a:defRPr>
            </a:lvl8pPr>
            <a:lvl9pPr algn="l">
              <a:defRPr sz="1500" b="0">
                <a:solidFill>
                  <a:srgbClr val="45556C"/>
                </a:solidFill>
              </a:defRPr>
            </a:lvl9pPr>
          </a:lstStyle>
          <a:p xmlns:a="http://schemas.openxmlformats.org/drawingml/2006/main">
            <a:pPr algn="l">
              <a:lnSpc>
                <a:spcPct val="108000"/>
              </a:lnSpc>
              <a:buNone/>
              <a:defRPr sz="1500" b="0">
                <a:solidFill>
                  <a:srgbClr val="45556C"/>
                </a:solidFill>
              </a:defRPr>
            </a:pPr>
            <a:r>
              <a:rPr sz="1500" b="0">
                <a:solidFill>
                  <a:srgbClr val="45556C"/>
                </a:solidFill>
              </a:rPr>
              <a:t>W7 proves the retrieval path before adding wider formats or generation.</a:t>
            </a:r>
          </a:p>
        </p:txBody>
      </p:sp>
      <p:sp>
        <p:nvSpPr>
          <p:cNvPr id="6" name="scope-left">
            <a:extLst xmlns:a="http://schemas.openxmlformats.org/drawingml/2006/main">
              <a:ext uri="{FF2B5EF4-FFF2-40B4-BE49-F238E27FC236}">
                <a16:creationId xmlns:a16="http://schemas.microsoft.com/office/drawing/2014/main" id="{D9C9A58E-B51E-490B-B506-EC865601BC50}"/>
              </a:ext>
            </a:extLst>
          </p:cNvPr>
          <p:cNvSpPr>
            <a:spLocks xmlns:a="http://schemas.openxmlformats.org/drawingml/2006/main" noGrp="1"/>
          </p:cNvSpPr>
          <p:nvPr/>
        </p:nvSpPr>
        <p:spPr>
          <a:xfrm xmlns:a="http://schemas.openxmlformats.org/drawingml/2006/main">
            <a:off x="685800" y="2343150"/>
            <a:ext cx="4286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00" b="1">
                <a:solidFill>
                  <a:srgbClr val="0F172B"/>
                </a:solidFill>
              </a:defRPr>
            </a:defPPr>
            <a:lvl1pPr algn="l">
              <a:defRPr sz="2100" b="1">
                <a:solidFill>
                  <a:srgbClr val="0F172B"/>
                </a:solidFill>
              </a:defRPr>
            </a:lvl1pPr>
            <a:lvl2pPr algn="l">
              <a:defRPr sz="2100" b="1">
                <a:solidFill>
                  <a:srgbClr val="0F172B"/>
                </a:solidFill>
              </a:defRPr>
            </a:lvl2pPr>
            <a:lvl3pPr algn="l">
              <a:defRPr sz="2100" b="1">
                <a:solidFill>
                  <a:srgbClr val="0F172B"/>
                </a:solidFill>
              </a:defRPr>
            </a:lvl3pPr>
            <a:lvl4pPr algn="l">
              <a:defRPr sz="2100" b="1">
                <a:solidFill>
                  <a:srgbClr val="0F172B"/>
                </a:solidFill>
              </a:defRPr>
            </a:lvl4pPr>
            <a:lvl5pPr algn="l">
              <a:defRPr sz="2100" b="1">
                <a:solidFill>
                  <a:srgbClr val="0F172B"/>
                </a:solidFill>
              </a:defRPr>
            </a:lvl5pPr>
            <a:lvl6pPr algn="l">
              <a:defRPr sz="2100" b="1">
                <a:solidFill>
                  <a:srgbClr val="0F172B"/>
                </a:solidFill>
              </a:defRPr>
            </a:lvl6pPr>
            <a:lvl7pPr algn="l">
              <a:defRPr sz="2100" b="1">
                <a:solidFill>
                  <a:srgbClr val="0F172B"/>
                </a:solidFill>
              </a:defRPr>
            </a:lvl7pPr>
            <a:lvl8pPr algn="l">
              <a:defRPr sz="2100" b="1">
                <a:solidFill>
                  <a:srgbClr val="0F172B"/>
                </a:solidFill>
              </a:defRPr>
            </a:lvl8pPr>
            <a:lvl9pPr algn="l">
              <a:defRPr sz="2100" b="1">
                <a:solidFill>
                  <a:srgbClr val="0F172B"/>
                </a:solidFill>
              </a:defRPr>
            </a:lvl9pPr>
          </a:lstStyle>
          <a:p xmlns:a="http://schemas.openxmlformats.org/drawingml/2006/main">
            <a:pPr algn="l">
              <a:lnSpc>
                <a:spcPct val="108000"/>
              </a:lnSpc>
              <a:buNone/>
              <a:defRPr sz="2100" b="1">
                <a:solidFill>
                  <a:srgbClr val="0F172B"/>
                </a:solidFill>
              </a:defRPr>
            </a:pPr>
            <a:r>
              <a:rPr sz="2100" b="1">
                <a:solidFill>
                  <a:srgbClr val="0F172B"/>
                </a:solidFill>
              </a:rPr>
              <a:t>A local file assistant should answer a simple question: where did this idea appear?</a:t>
            </a:r>
          </a:p>
        </p:txBody>
      </p:sp>
      <p:sp>
        <p:nvSpPr>
          <p:cNvPr id="7" name="scope-left-body">
            <a:extLst xmlns:a="http://schemas.openxmlformats.org/drawingml/2006/main">
              <a:ext uri="{FF2B5EF4-FFF2-40B4-BE49-F238E27FC236}">
                <a16:creationId xmlns:a16="http://schemas.microsoft.com/office/drawing/2014/main" id="{DA98233F-B1CD-4160-9D97-0AE5E3D94219}"/>
              </a:ext>
            </a:extLst>
          </p:cNvPr>
          <p:cNvSpPr>
            <a:spLocks xmlns:a="http://schemas.openxmlformats.org/drawingml/2006/main" noGrp="1"/>
          </p:cNvSpPr>
          <p:nvPr/>
        </p:nvSpPr>
        <p:spPr>
          <a:xfrm xmlns:a="http://schemas.openxmlformats.org/drawingml/2006/main">
            <a:off x="685800" y="3581400"/>
            <a:ext cx="4000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45556C"/>
                </a:solidFill>
              </a:defRPr>
            </a:defPPr>
            <a:lvl1pPr algn="l">
              <a:defRPr sz="1500" b="0">
                <a:solidFill>
                  <a:srgbClr val="45556C"/>
                </a:solidFill>
              </a:defRPr>
            </a:lvl1pPr>
            <a:lvl2pPr algn="l">
              <a:defRPr sz="1500" b="0">
                <a:solidFill>
                  <a:srgbClr val="45556C"/>
                </a:solidFill>
              </a:defRPr>
            </a:lvl2pPr>
            <a:lvl3pPr algn="l">
              <a:defRPr sz="1500" b="0">
                <a:solidFill>
                  <a:srgbClr val="45556C"/>
                </a:solidFill>
              </a:defRPr>
            </a:lvl3pPr>
            <a:lvl4pPr algn="l">
              <a:defRPr sz="1500" b="0">
                <a:solidFill>
                  <a:srgbClr val="45556C"/>
                </a:solidFill>
              </a:defRPr>
            </a:lvl4pPr>
            <a:lvl5pPr algn="l">
              <a:defRPr sz="1500" b="0">
                <a:solidFill>
                  <a:srgbClr val="45556C"/>
                </a:solidFill>
              </a:defRPr>
            </a:lvl5pPr>
            <a:lvl6pPr algn="l">
              <a:defRPr sz="1500" b="0">
                <a:solidFill>
                  <a:srgbClr val="45556C"/>
                </a:solidFill>
              </a:defRPr>
            </a:lvl6pPr>
            <a:lvl7pPr algn="l">
              <a:defRPr sz="1500" b="0">
                <a:solidFill>
                  <a:srgbClr val="45556C"/>
                </a:solidFill>
              </a:defRPr>
            </a:lvl7pPr>
            <a:lvl8pPr algn="l">
              <a:defRPr sz="1500" b="0">
                <a:solidFill>
                  <a:srgbClr val="45556C"/>
                </a:solidFill>
              </a:defRPr>
            </a:lvl8pPr>
            <a:lvl9pPr algn="l">
              <a:defRPr sz="1500" b="0">
                <a:solidFill>
                  <a:srgbClr val="45556C"/>
                </a:solidFill>
              </a:defRPr>
            </a:lvl9pPr>
          </a:lstStyle>
          <a:p xmlns:a="http://schemas.openxmlformats.org/drawingml/2006/main">
            <a:pPr algn="l">
              <a:lnSpc>
                <a:spcPct val="108000"/>
              </a:lnSpc>
              <a:buNone/>
              <a:defRPr sz="1500" b="0">
                <a:solidFill>
                  <a:srgbClr val="45556C"/>
                </a:solidFill>
              </a:defRPr>
            </a:pPr>
            <a:r>
              <a:rPr sz="1500" b="0">
                <a:solidFill>
                  <a:srgbClr val="45556C"/>
                </a:solidFill>
              </a:rPr>
              <a:t>The result is a file, a version, a page and a passage. The original file stays in place.</a:t>
            </a:r>
          </a:p>
        </p:txBody>
      </p:sp>
      <p:sp>
        <p:nvSpPr>
          <p:cNvPr id="8" name="scope-rule-1">
            <a:extLst xmlns:a="http://schemas.openxmlformats.org/drawingml/2006/main">
              <a:ext uri="{FF2B5EF4-FFF2-40B4-BE49-F238E27FC236}">
                <a16:creationId xmlns:a16="http://schemas.microsoft.com/office/drawing/2014/main" id="{FCEBE7FE-02D1-4319-9AD5-1D68DDDD65A5}"/>
              </a:ext>
            </a:extLst>
          </p:cNvPr>
          <p:cNvSpPr>
            <a:spLocks xmlns:a="http://schemas.openxmlformats.org/drawingml/2006/main" noGrp="1"/>
          </p:cNvSpPr>
          <p:nvPr/>
        </p:nvSpPr>
        <p:spPr>
          <a:xfrm xmlns:a="http://schemas.openxmlformats.org/drawingml/2006/main">
            <a:off x="5619750" y="2190750"/>
            <a:ext cx="2381250" cy="19050"/>
          </a:xfrm>
          <a:prstGeom xmlns:a="http://schemas.openxmlformats.org/drawingml/2006/main" prst="rect">
            <a:avLst/>
          </a:prstGeom>
          <a:solidFill xmlns:a="http://schemas.openxmlformats.org/drawingml/2006/main">
            <a:srgbClr val="CAD5E2"/>
          </a:solidFill>
          <a:ln xmlns:a="http://schemas.openxmlformats.org/drawingml/2006/main" w="0">
            <a:noFill/>
            <a:prstDash val="solid"/>
          </a:ln>
        </p:spPr>
      </p:sp>
      <p:sp>
        <p:nvSpPr>
          <p:cNvPr id="9" name="scope-card-1-text">
            <a:extLst xmlns:a="http://schemas.openxmlformats.org/drawingml/2006/main">
              <a:ext uri="{FF2B5EF4-FFF2-40B4-BE49-F238E27FC236}">
                <a16:creationId xmlns:a16="http://schemas.microsoft.com/office/drawing/2014/main" id="{3825BD2D-FBC9-419A-B121-6D6AD59D971A}"/>
              </a:ext>
            </a:extLst>
          </p:cNvPr>
          <p:cNvSpPr>
            <a:spLocks xmlns:a="http://schemas.openxmlformats.org/drawingml/2006/main" noGrp="1"/>
          </p:cNvSpPr>
          <p:nvPr/>
        </p:nvSpPr>
        <p:spPr>
          <a:xfrm xmlns:a="http://schemas.openxmlformats.org/drawingml/2006/main">
            <a:off x="5619750" y="241935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1">
                <a:solidFill>
                  <a:srgbClr val="1D293D"/>
                </a:solidFill>
              </a:defRPr>
            </a:defPPr>
            <a:lvl1pPr algn="l">
              <a:defRPr sz="1500" b="1">
                <a:solidFill>
                  <a:srgbClr val="1D293D"/>
                </a:solidFill>
              </a:defRPr>
            </a:lvl1pPr>
            <a:lvl2pPr algn="l">
              <a:defRPr sz="1500" b="1">
                <a:solidFill>
                  <a:srgbClr val="1D293D"/>
                </a:solidFill>
              </a:defRPr>
            </a:lvl2pPr>
            <a:lvl3pPr algn="l">
              <a:defRPr sz="1500" b="1">
                <a:solidFill>
                  <a:srgbClr val="1D293D"/>
                </a:solidFill>
              </a:defRPr>
            </a:lvl3pPr>
            <a:lvl4pPr algn="l">
              <a:defRPr sz="1500" b="1">
                <a:solidFill>
                  <a:srgbClr val="1D293D"/>
                </a:solidFill>
              </a:defRPr>
            </a:lvl4pPr>
            <a:lvl5pPr algn="l">
              <a:defRPr sz="1500" b="1">
                <a:solidFill>
                  <a:srgbClr val="1D293D"/>
                </a:solidFill>
              </a:defRPr>
            </a:lvl5pPr>
            <a:lvl6pPr algn="l">
              <a:defRPr sz="1500" b="1">
                <a:solidFill>
                  <a:srgbClr val="1D293D"/>
                </a:solidFill>
              </a:defRPr>
            </a:lvl6pPr>
            <a:lvl7pPr algn="l">
              <a:defRPr sz="1500" b="1">
                <a:solidFill>
                  <a:srgbClr val="1D293D"/>
                </a:solidFill>
              </a:defRPr>
            </a:lvl7pPr>
            <a:lvl8pPr algn="l">
              <a:defRPr sz="1500" b="1">
                <a:solidFill>
                  <a:srgbClr val="1D293D"/>
                </a:solidFill>
              </a:defRPr>
            </a:lvl8pPr>
            <a:lvl9pPr algn="l">
              <a:defRPr sz="1500" b="1">
                <a:solidFill>
                  <a:srgbClr val="1D293D"/>
                </a:solidFill>
              </a:defRPr>
            </a:lvl9pPr>
          </a:lstStyle>
          <a:p xmlns:a="http://schemas.openxmlformats.org/drawingml/2006/main">
            <a:pPr algn="l">
              <a:lnSpc>
                <a:spcPct val="108000"/>
              </a:lnSpc>
              <a:buNone/>
              <a:defRPr sz="1500" b="1">
                <a:solidFill>
                  <a:srgbClr val="1D293D"/>
                </a:solidFill>
              </a:defRPr>
            </a:pPr>
            <a:r>
              <a:rPr sz="1500" b="1">
                <a:solidFill>
                  <a:srgbClr val="1D293D"/>
                </a:solidFill>
              </a:rPr>
              <a:t>Authorized root</a:t>
            </a:r>
          </a:p>
          <a:p xmlns:a="http://schemas.openxmlformats.org/drawingml/2006/main">
            <a:pPr algn="l">
              <a:lnSpc>
                <a:spcPct val="108000"/>
              </a:lnSpc>
              <a:buNone/>
              <a:defRPr sz="1500" b="1">
                <a:solidFill>
                  <a:srgbClr val="1D293D"/>
                </a:solidFill>
              </a:defRPr>
            </a:pPr>
            <a:r>
              <a:rPr sz="1500" b="1">
                <a:solidFill>
                  <a:srgbClr val="1D293D"/>
                </a:solidFill>
              </a:rPr>
              <a:t>Read-only mount</a:t>
            </a:r>
          </a:p>
        </p:txBody>
      </p:sp>
      <p:sp>
        <p:nvSpPr>
          <p:cNvPr id="10" name="scope-rule-2">
            <a:extLst xmlns:a="http://schemas.openxmlformats.org/drawingml/2006/main">
              <a:ext uri="{FF2B5EF4-FFF2-40B4-BE49-F238E27FC236}">
                <a16:creationId xmlns:a16="http://schemas.microsoft.com/office/drawing/2014/main" id="{936AA6CA-ED61-4412-A14D-B2A4C90F7890}"/>
              </a:ext>
            </a:extLst>
          </p:cNvPr>
          <p:cNvSpPr>
            <a:spLocks xmlns:a="http://schemas.openxmlformats.org/drawingml/2006/main" noGrp="1"/>
          </p:cNvSpPr>
          <p:nvPr/>
        </p:nvSpPr>
        <p:spPr>
          <a:xfrm xmlns:a="http://schemas.openxmlformats.org/drawingml/2006/main">
            <a:off x="8477250" y="2190750"/>
            <a:ext cx="2381250" cy="19050"/>
          </a:xfrm>
          <a:prstGeom xmlns:a="http://schemas.openxmlformats.org/drawingml/2006/main" prst="rect">
            <a:avLst/>
          </a:prstGeom>
          <a:solidFill xmlns:a="http://schemas.openxmlformats.org/drawingml/2006/main">
            <a:srgbClr val="CAD5E2"/>
          </a:solidFill>
          <a:ln xmlns:a="http://schemas.openxmlformats.org/drawingml/2006/main" w="0">
            <a:noFill/>
            <a:prstDash val="solid"/>
          </a:ln>
        </p:spPr>
      </p:sp>
      <p:sp>
        <p:nvSpPr>
          <p:cNvPr id="11" name="scope-card-2-text">
            <a:extLst xmlns:a="http://schemas.openxmlformats.org/drawingml/2006/main">
              <a:ext uri="{FF2B5EF4-FFF2-40B4-BE49-F238E27FC236}">
                <a16:creationId xmlns:a16="http://schemas.microsoft.com/office/drawing/2014/main" id="{758D198E-3C02-4876-B891-47F922806463}"/>
              </a:ext>
            </a:extLst>
          </p:cNvPr>
          <p:cNvSpPr>
            <a:spLocks xmlns:a="http://schemas.openxmlformats.org/drawingml/2006/main" noGrp="1"/>
          </p:cNvSpPr>
          <p:nvPr/>
        </p:nvSpPr>
        <p:spPr>
          <a:xfrm xmlns:a="http://schemas.openxmlformats.org/drawingml/2006/main">
            <a:off x="8477250" y="241935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1">
                <a:solidFill>
                  <a:srgbClr val="1D293D"/>
                </a:solidFill>
              </a:defRPr>
            </a:defPPr>
            <a:lvl1pPr algn="l">
              <a:defRPr sz="1500" b="1">
                <a:solidFill>
                  <a:srgbClr val="1D293D"/>
                </a:solidFill>
              </a:defRPr>
            </a:lvl1pPr>
            <a:lvl2pPr algn="l">
              <a:defRPr sz="1500" b="1">
                <a:solidFill>
                  <a:srgbClr val="1D293D"/>
                </a:solidFill>
              </a:defRPr>
            </a:lvl2pPr>
            <a:lvl3pPr algn="l">
              <a:defRPr sz="1500" b="1">
                <a:solidFill>
                  <a:srgbClr val="1D293D"/>
                </a:solidFill>
              </a:defRPr>
            </a:lvl3pPr>
            <a:lvl4pPr algn="l">
              <a:defRPr sz="1500" b="1">
                <a:solidFill>
                  <a:srgbClr val="1D293D"/>
                </a:solidFill>
              </a:defRPr>
            </a:lvl4pPr>
            <a:lvl5pPr algn="l">
              <a:defRPr sz="1500" b="1">
                <a:solidFill>
                  <a:srgbClr val="1D293D"/>
                </a:solidFill>
              </a:defRPr>
            </a:lvl5pPr>
            <a:lvl6pPr algn="l">
              <a:defRPr sz="1500" b="1">
                <a:solidFill>
                  <a:srgbClr val="1D293D"/>
                </a:solidFill>
              </a:defRPr>
            </a:lvl6pPr>
            <a:lvl7pPr algn="l">
              <a:defRPr sz="1500" b="1">
                <a:solidFill>
                  <a:srgbClr val="1D293D"/>
                </a:solidFill>
              </a:defRPr>
            </a:lvl7pPr>
            <a:lvl8pPr algn="l">
              <a:defRPr sz="1500" b="1">
                <a:solidFill>
                  <a:srgbClr val="1D293D"/>
                </a:solidFill>
              </a:defRPr>
            </a:lvl8pPr>
            <a:lvl9pPr algn="l">
              <a:defRPr sz="1500" b="1">
                <a:solidFill>
                  <a:srgbClr val="1D293D"/>
                </a:solidFill>
              </a:defRPr>
            </a:lvl9pPr>
          </a:lstStyle>
          <a:p xmlns:a="http://schemas.openxmlformats.org/drawingml/2006/main">
            <a:pPr algn="l">
              <a:lnSpc>
                <a:spcPct val="108000"/>
              </a:lnSpc>
              <a:buNone/>
              <a:defRPr sz="1500" b="1">
                <a:solidFill>
                  <a:srgbClr val="1D293D"/>
                </a:solidFill>
              </a:defRPr>
            </a:pPr>
            <a:r>
              <a:rPr sz="1500" b="1">
                <a:solidFill>
                  <a:srgbClr val="1D293D"/>
                </a:solidFill>
              </a:rPr>
              <a:t>Text PDFs</a:t>
            </a:r>
          </a:p>
          <a:p xmlns:a="http://schemas.openxmlformats.org/drawingml/2006/main">
            <a:pPr algn="l">
              <a:lnSpc>
                <a:spcPct val="108000"/>
              </a:lnSpc>
              <a:buNone/>
              <a:defRPr sz="1500" b="1">
                <a:solidFill>
                  <a:srgbClr val="1D293D"/>
                </a:solidFill>
              </a:defRPr>
            </a:pPr>
            <a:r>
              <a:rPr sz="1500" b="1">
                <a:solidFill>
                  <a:srgbClr val="1D293D"/>
                </a:solidFill>
              </a:rPr>
              <a:t>Page-located chunks</a:t>
            </a:r>
          </a:p>
        </p:txBody>
      </p:sp>
      <p:sp>
        <p:nvSpPr>
          <p:cNvPr id="12" name="scope-rule-3">
            <a:extLst xmlns:a="http://schemas.openxmlformats.org/drawingml/2006/main">
              <a:ext uri="{FF2B5EF4-FFF2-40B4-BE49-F238E27FC236}">
                <a16:creationId xmlns:a16="http://schemas.microsoft.com/office/drawing/2014/main" id="{665F09B1-C16B-4923-83FB-98E2D168C336}"/>
              </a:ext>
            </a:extLst>
          </p:cNvPr>
          <p:cNvSpPr>
            <a:spLocks xmlns:a="http://schemas.openxmlformats.org/drawingml/2006/main" noGrp="1"/>
          </p:cNvSpPr>
          <p:nvPr/>
        </p:nvSpPr>
        <p:spPr>
          <a:xfrm xmlns:a="http://schemas.openxmlformats.org/drawingml/2006/main">
            <a:off x="5619750" y="3581400"/>
            <a:ext cx="2381250" cy="19050"/>
          </a:xfrm>
          <a:prstGeom xmlns:a="http://schemas.openxmlformats.org/drawingml/2006/main" prst="rect">
            <a:avLst/>
          </a:prstGeom>
          <a:solidFill xmlns:a="http://schemas.openxmlformats.org/drawingml/2006/main">
            <a:srgbClr val="CAD5E2"/>
          </a:solidFill>
          <a:ln xmlns:a="http://schemas.openxmlformats.org/drawingml/2006/main" w="0">
            <a:noFill/>
            <a:prstDash val="solid"/>
          </a:ln>
        </p:spPr>
      </p:sp>
      <p:sp>
        <p:nvSpPr>
          <p:cNvPr id="13" name="scope-card-3-text">
            <a:extLst xmlns:a="http://schemas.openxmlformats.org/drawingml/2006/main">
              <a:ext uri="{FF2B5EF4-FFF2-40B4-BE49-F238E27FC236}">
                <a16:creationId xmlns:a16="http://schemas.microsoft.com/office/drawing/2014/main" id="{4BC835B0-B1B9-4398-9995-58A444A09988}"/>
              </a:ext>
            </a:extLst>
          </p:cNvPr>
          <p:cNvSpPr>
            <a:spLocks xmlns:a="http://schemas.openxmlformats.org/drawingml/2006/main" noGrp="1"/>
          </p:cNvSpPr>
          <p:nvPr/>
        </p:nvSpPr>
        <p:spPr>
          <a:xfrm xmlns:a="http://schemas.openxmlformats.org/drawingml/2006/main">
            <a:off x="5619750" y="381000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1">
                <a:solidFill>
                  <a:srgbClr val="1D293D"/>
                </a:solidFill>
              </a:defRPr>
            </a:defPPr>
            <a:lvl1pPr algn="l">
              <a:defRPr sz="1500" b="1">
                <a:solidFill>
                  <a:srgbClr val="1D293D"/>
                </a:solidFill>
              </a:defRPr>
            </a:lvl1pPr>
            <a:lvl2pPr algn="l">
              <a:defRPr sz="1500" b="1">
                <a:solidFill>
                  <a:srgbClr val="1D293D"/>
                </a:solidFill>
              </a:defRPr>
            </a:lvl2pPr>
            <a:lvl3pPr algn="l">
              <a:defRPr sz="1500" b="1">
                <a:solidFill>
                  <a:srgbClr val="1D293D"/>
                </a:solidFill>
              </a:defRPr>
            </a:lvl3pPr>
            <a:lvl4pPr algn="l">
              <a:defRPr sz="1500" b="1">
                <a:solidFill>
                  <a:srgbClr val="1D293D"/>
                </a:solidFill>
              </a:defRPr>
            </a:lvl4pPr>
            <a:lvl5pPr algn="l">
              <a:defRPr sz="1500" b="1">
                <a:solidFill>
                  <a:srgbClr val="1D293D"/>
                </a:solidFill>
              </a:defRPr>
            </a:lvl5pPr>
            <a:lvl6pPr algn="l">
              <a:defRPr sz="1500" b="1">
                <a:solidFill>
                  <a:srgbClr val="1D293D"/>
                </a:solidFill>
              </a:defRPr>
            </a:lvl6pPr>
            <a:lvl7pPr algn="l">
              <a:defRPr sz="1500" b="1">
                <a:solidFill>
                  <a:srgbClr val="1D293D"/>
                </a:solidFill>
              </a:defRPr>
            </a:lvl7pPr>
            <a:lvl8pPr algn="l">
              <a:defRPr sz="1500" b="1">
                <a:solidFill>
                  <a:srgbClr val="1D293D"/>
                </a:solidFill>
              </a:defRPr>
            </a:lvl8pPr>
            <a:lvl9pPr algn="l">
              <a:defRPr sz="1500" b="1">
                <a:solidFill>
                  <a:srgbClr val="1D293D"/>
                </a:solidFill>
              </a:defRPr>
            </a:lvl9pPr>
          </a:lstStyle>
          <a:p xmlns:a="http://schemas.openxmlformats.org/drawingml/2006/main">
            <a:pPr algn="l">
              <a:lnSpc>
                <a:spcPct val="108000"/>
              </a:lnSpc>
              <a:buNone/>
              <a:defRPr sz="1500" b="1">
                <a:solidFill>
                  <a:srgbClr val="1D293D"/>
                </a:solidFill>
              </a:defRPr>
            </a:pPr>
            <a:r>
              <a:rPr sz="1500" b="1">
                <a:solidFill>
                  <a:srgbClr val="1D293D"/>
                </a:solidFill>
              </a:rPr>
              <a:t>Keyword search</a:t>
            </a:r>
          </a:p>
          <a:p xmlns:a="http://schemas.openxmlformats.org/drawingml/2006/main">
            <a:pPr algn="l">
              <a:lnSpc>
                <a:spcPct val="108000"/>
              </a:lnSpc>
              <a:buNone/>
              <a:defRPr sz="1500" b="1">
                <a:solidFill>
                  <a:srgbClr val="1D293D"/>
                </a:solidFill>
              </a:defRPr>
            </a:pPr>
            <a:r>
              <a:rPr sz="1500" b="1">
                <a:solidFill>
                  <a:srgbClr val="1D293D"/>
                </a:solidFill>
              </a:rPr>
              <a:t>5/5 fixed queries</a:t>
            </a:r>
          </a:p>
        </p:txBody>
      </p:sp>
      <p:sp>
        <p:nvSpPr>
          <p:cNvPr id="14" name="scope-rule-4">
            <a:extLst xmlns:a="http://schemas.openxmlformats.org/drawingml/2006/main">
              <a:ext uri="{FF2B5EF4-FFF2-40B4-BE49-F238E27FC236}">
                <a16:creationId xmlns:a16="http://schemas.microsoft.com/office/drawing/2014/main" id="{0F3C4563-736F-49CA-B087-A49C3A73993F}"/>
              </a:ext>
            </a:extLst>
          </p:cNvPr>
          <p:cNvSpPr>
            <a:spLocks xmlns:a="http://schemas.openxmlformats.org/drawingml/2006/main" noGrp="1"/>
          </p:cNvSpPr>
          <p:nvPr/>
        </p:nvSpPr>
        <p:spPr>
          <a:xfrm xmlns:a="http://schemas.openxmlformats.org/drawingml/2006/main">
            <a:off x="8477250" y="3581400"/>
            <a:ext cx="2381250" cy="19050"/>
          </a:xfrm>
          <a:prstGeom xmlns:a="http://schemas.openxmlformats.org/drawingml/2006/main" prst="rect">
            <a:avLst/>
          </a:prstGeom>
          <a:solidFill xmlns:a="http://schemas.openxmlformats.org/drawingml/2006/main">
            <a:srgbClr val="CAD5E2"/>
          </a:solidFill>
          <a:ln xmlns:a="http://schemas.openxmlformats.org/drawingml/2006/main" w="0">
            <a:noFill/>
            <a:prstDash val="solid"/>
          </a:ln>
        </p:spPr>
      </p:sp>
      <p:sp>
        <p:nvSpPr>
          <p:cNvPr id="15" name="scope-card-4-text">
            <a:extLst xmlns:a="http://schemas.openxmlformats.org/drawingml/2006/main">
              <a:ext uri="{FF2B5EF4-FFF2-40B4-BE49-F238E27FC236}">
                <a16:creationId xmlns:a16="http://schemas.microsoft.com/office/drawing/2014/main" id="{CC7D3EAA-B2C5-4E70-BB2C-D4543CC88299}"/>
              </a:ext>
            </a:extLst>
          </p:cNvPr>
          <p:cNvSpPr>
            <a:spLocks xmlns:a="http://schemas.openxmlformats.org/drawingml/2006/main" noGrp="1"/>
          </p:cNvSpPr>
          <p:nvPr/>
        </p:nvSpPr>
        <p:spPr>
          <a:xfrm xmlns:a="http://schemas.openxmlformats.org/drawingml/2006/main">
            <a:off x="8477250" y="381000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1">
                <a:solidFill>
                  <a:srgbClr val="1D293D"/>
                </a:solidFill>
              </a:defRPr>
            </a:defPPr>
            <a:lvl1pPr algn="l">
              <a:defRPr sz="1500" b="1">
                <a:solidFill>
                  <a:srgbClr val="1D293D"/>
                </a:solidFill>
              </a:defRPr>
            </a:lvl1pPr>
            <a:lvl2pPr algn="l">
              <a:defRPr sz="1500" b="1">
                <a:solidFill>
                  <a:srgbClr val="1D293D"/>
                </a:solidFill>
              </a:defRPr>
            </a:lvl2pPr>
            <a:lvl3pPr algn="l">
              <a:defRPr sz="1500" b="1">
                <a:solidFill>
                  <a:srgbClr val="1D293D"/>
                </a:solidFill>
              </a:defRPr>
            </a:lvl3pPr>
            <a:lvl4pPr algn="l">
              <a:defRPr sz="1500" b="1">
                <a:solidFill>
                  <a:srgbClr val="1D293D"/>
                </a:solidFill>
              </a:defRPr>
            </a:lvl4pPr>
            <a:lvl5pPr algn="l">
              <a:defRPr sz="1500" b="1">
                <a:solidFill>
                  <a:srgbClr val="1D293D"/>
                </a:solidFill>
              </a:defRPr>
            </a:lvl5pPr>
            <a:lvl6pPr algn="l">
              <a:defRPr sz="1500" b="1">
                <a:solidFill>
                  <a:srgbClr val="1D293D"/>
                </a:solidFill>
              </a:defRPr>
            </a:lvl6pPr>
            <a:lvl7pPr algn="l">
              <a:defRPr sz="1500" b="1">
                <a:solidFill>
                  <a:srgbClr val="1D293D"/>
                </a:solidFill>
              </a:defRPr>
            </a:lvl7pPr>
            <a:lvl8pPr algn="l">
              <a:defRPr sz="1500" b="1">
                <a:solidFill>
                  <a:srgbClr val="1D293D"/>
                </a:solidFill>
              </a:defRPr>
            </a:lvl8pPr>
            <a:lvl9pPr algn="l">
              <a:defRPr sz="1500" b="1">
                <a:solidFill>
                  <a:srgbClr val="1D293D"/>
                </a:solidFill>
              </a:defRPr>
            </a:lvl9pPr>
          </a:lstStyle>
          <a:p xmlns:a="http://schemas.openxmlformats.org/drawingml/2006/main">
            <a:pPr algn="l">
              <a:lnSpc>
                <a:spcPct val="108000"/>
              </a:lnSpc>
              <a:buNone/>
              <a:defRPr sz="1500" b="1">
                <a:solidFill>
                  <a:srgbClr val="1D293D"/>
                </a:solidFill>
              </a:defRPr>
            </a:pPr>
            <a:r>
              <a:rPr sz="1500" b="1">
                <a:solidFill>
                  <a:srgbClr val="1D293D"/>
                </a:solidFill>
              </a:rPr>
              <a:t>Visible failure</a:t>
            </a:r>
          </a:p>
          <a:p xmlns:a="http://schemas.openxmlformats.org/drawingml/2006/main">
            <a:pPr algn="l">
              <a:lnSpc>
                <a:spcPct val="108000"/>
              </a:lnSpc>
              <a:buNone/>
              <a:defRPr sz="1500" b="1">
                <a:solidFill>
                  <a:srgbClr val="1D293D"/>
                </a:solidFill>
              </a:defRPr>
            </a:pPr>
            <a:r>
              <a:rPr sz="1500" b="1">
                <a:solidFill>
                  <a:srgbClr val="1D293D"/>
                </a:solidFill>
              </a:rPr>
              <a:t>No silent omission</a:t>
            </a:r>
          </a:p>
        </p:txBody>
      </p:sp>
      <p:sp>
        <p:nvSpPr>
          <p:cNvPr id="16" name="footer">
            <a:extLst xmlns:a="http://schemas.openxmlformats.org/drawingml/2006/main">
              <a:ext uri="{FF2B5EF4-FFF2-40B4-BE49-F238E27FC236}">
                <a16:creationId xmlns:a16="http://schemas.microsoft.com/office/drawing/2014/main" id="{FD309732-CCB7-4A0D-A917-986E78A7CC94}"/>
              </a:ext>
            </a:extLst>
          </p:cNvPr>
          <p:cNvSpPr>
            <a:spLocks xmlns:a="http://schemas.openxmlformats.org/drawingml/2006/main" noGrp="1"/>
          </p:cNvSpPr>
          <p:nvPr/>
        </p:nvSpPr>
        <p:spPr>
          <a:xfrm xmlns:a="http://schemas.openxmlformats.org/drawingml/2006/main">
            <a:off x="685800" y="6419850"/>
            <a:ext cx="10820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750" b="0">
                <a:solidFill>
                  <a:srgbClr val="90A1B9"/>
                </a:solidFill>
              </a:defRPr>
            </a:defPPr>
            <a:lvl1pPr algn="l">
              <a:defRPr sz="750" b="0">
                <a:solidFill>
                  <a:srgbClr val="90A1B9"/>
                </a:solidFill>
              </a:defRPr>
            </a:lvl1pPr>
            <a:lvl2pPr algn="l">
              <a:defRPr sz="750" b="0">
                <a:solidFill>
                  <a:srgbClr val="90A1B9"/>
                </a:solidFill>
              </a:defRPr>
            </a:lvl2pPr>
            <a:lvl3pPr algn="l">
              <a:defRPr sz="750" b="0">
                <a:solidFill>
                  <a:srgbClr val="90A1B9"/>
                </a:solidFill>
              </a:defRPr>
            </a:lvl3pPr>
            <a:lvl4pPr algn="l">
              <a:defRPr sz="750" b="0">
                <a:solidFill>
                  <a:srgbClr val="90A1B9"/>
                </a:solidFill>
              </a:defRPr>
            </a:lvl4pPr>
            <a:lvl5pPr algn="l">
              <a:defRPr sz="750" b="0">
                <a:solidFill>
                  <a:srgbClr val="90A1B9"/>
                </a:solidFill>
              </a:defRPr>
            </a:lvl5pPr>
            <a:lvl6pPr algn="l">
              <a:defRPr sz="750" b="0">
                <a:solidFill>
                  <a:srgbClr val="90A1B9"/>
                </a:solidFill>
              </a:defRPr>
            </a:lvl6pPr>
            <a:lvl7pPr algn="l">
              <a:defRPr sz="750" b="0">
                <a:solidFill>
                  <a:srgbClr val="90A1B9"/>
                </a:solidFill>
              </a:defRPr>
            </a:lvl7pPr>
            <a:lvl8pPr algn="l">
              <a:defRPr sz="750" b="0">
                <a:solidFill>
                  <a:srgbClr val="90A1B9"/>
                </a:solidFill>
              </a:defRPr>
            </a:lvl8pPr>
            <a:lvl9pPr algn="l">
              <a:defRPr sz="750" b="0">
                <a:solidFill>
                  <a:srgbClr val="90A1B9"/>
                </a:solidFill>
              </a:defRPr>
            </a:lvl9pPr>
          </a:lstStyle>
          <a:p xmlns:a="http://schemas.openxmlformats.org/drawingml/2006/main">
            <a:pPr algn="l">
              <a:lnSpc>
                <a:spcPct val="108000"/>
              </a:lnSpc>
              <a:buNone/>
              <a:defRPr sz="750" b="0">
                <a:solidFill>
                  <a:srgbClr val="90A1B9"/>
                </a:solidFill>
              </a:defRPr>
            </a:pPr>
            <a:r>
              <a:rPr sz="750" b="0">
                <a:solidFill>
                  <a:srgbClr val="90A1B9"/>
                </a:solidFill>
              </a:rPr>
              <a:t>Out of scope: OCR, automatic monitoring, file rewrite, graph and generated answers.</a:t>
            </a:r>
          </a:p>
        </p:txBody>
      </p:sp>
    </p:spTree>
    <p:extLst>
      <p:ext uri="{BB962C8B-B14F-4D97-AF65-F5344CB8AC3E}">
        <p14:creationId xmlns:p14="http://schemas.microsoft.com/office/powerpoint/2010/main" val="304098937"/>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6" name="eyebrow">
            <a:extLst xmlns:a="http://schemas.openxmlformats.org/drawingml/2006/main">
              <a:ext uri="{FF2B5EF4-FFF2-40B4-BE49-F238E27FC236}">
                <a16:creationId xmlns:a16="http://schemas.microsoft.com/office/drawing/2014/main" id="{1A1250CD-1ECD-490D-A8AD-393CBFDA1DA5}"/>
              </a:ext>
            </a:extLst>
          </p:cNvPr>
          <p:cNvSpPr>
            <a:spLocks xmlns:a="http://schemas.openxmlformats.org/drawingml/2006/main" noGrp="1"/>
          </p:cNvSpPr>
          <p:nvPr/>
        </p:nvSpPr>
        <p:spPr>
          <a:xfrm xmlns:a="http://schemas.openxmlformats.org/drawingml/2006/main">
            <a:off x="685800" y="26670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900" b="1">
                <a:solidFill>
                  <a:srgbClr val="62748E"/>
                </a:solidFill>
              </a:defRPr>
            </a:defPPr>
            <a:lvl1pPr algn="l">
              <a:defRPr sz="900" b="1">
                <a:solidFill>
                  <a:srgbClr val="62748E"/>
                </a:solidFill>
              </a:defRPr>
            </a:lvl1pPr>
            <a:lvl2pPr algn="l">
              <a:defRPr sz="900" b="1">
                <a:solidFill>
                  <a:srgbClr val="62748E"/>
                </a:solidFill>
              </a:defRPr>
            </a:lvl2pPr>
            <a:lvl3pPr algn="l">
              <a:defRPr sz="900" b="1">
                <a:solidFill>
                  <a:srgbClr val="62748E"/>
                </a:solidFill>
              </a:defRPr>
            </a:lvl3pPr>
            <a:lvl4pPr algn="l">
              <a:defRPr sz="900" b="1">
                <a:solidFill>
                  <a:srgbClr val="62748E"/>
                </a:solidFill>
              </a:defRPr>
            </a:lvl4pPr>
            <a:lvl5pPr algn="l">
              <a:defRPr sz="900" b="1">
                <a:solidFill>
                  <a:srgbClr val="62748E"/>
                </a:solidFill>
              </a:defRPr>
            </a:lvl5pPr>
            <a:lvl6pPr algn="l">
              <a:defRPr sz="900" b="1">
                <a:solidFill>
                  <a:srgbClr val="62748E"/>
                </a:solidFill>
              </a:defRPr>
            </a:lvl6pPr>
            <a:lvl7pPr algn="l">
              <a:defRPr sz="900" b="1">
                <a:solidFill>
                  <a:srgbClr val="62748E"/>
                </a:solidFill>
              </a:defRPr>
            </a:lvl7pPr>
            <a:lvl8pPr algn="l">
              <a:defRPr sz="900" b="1">
                <a:solidFill>
                  <a:srgbClr val="62748E"/>
                </a:solidFill>
              </a:defRPr>
            </a:lvl8pPr>
            <a:lvl9pPr algn="l">
              <a:defRPr sz="900" b="1">
                <a:solidFill>
                  <a:srgbClr val="62748E"/>
                </a:solidFill>
              </a:defRPr>
            </a:lvl9pPr>
          </a:lstStyle>
          <a:p xmlns:a="http://schemas.openxmlformats.org/drawingml/2006/main">
            <a:pPr algn="l">
              <a:lnSpc>
                <a:spcPct val="108000"/>
              </a:lnSpc>
              <a:buNone/>
              <a:defRPr sz="900" b="1">
                <a:solidFill>
                  <a:srgbClr val="62748E"/>
                </a:solidFill>
              </a:defRPr>
            </a:pPr>
            <a:r>
              <a:rPr sz="900" b="1">
                <a:solidFill>
                  <a:srgbClr val="62748E"/>
                </a:solidFill>
              </a:rPr>
              <a:t>TEAM 11  /  ARCHITECTURE</a:t>
            </a:r>
          </a:p>
        </p:txBody>
      </p:sp>
      <p:sp>
        <p:nvSpPr>
          <p:cNvPr id="2" name="page">
            <a:extLst xmlns:a="http://schemas.openxmlformats.org/drawingml/2006/main">
              <a:ext uri="{FF2B5EF4-FFF2-40B4-BE49-F238E27FC236}">
                <a16:creationId xmlns:a16="http://schemas.microsoft.com/office/drawing/2014/main" id="{5EB84BF5-53C2-4CCC-A4D5-6E8C5CBDE9B8}"/>
              </a:ext>
            </a:extLst>
          </p:cNvPr>
          <p:cNvSpPr>
            <a:spLocks xmlns:a="http://schemas.openxmlformats.org/drawingml/2006/main" noGrp="1"/>
          </p:cNvSpPr>
          <p:nvPr/>
        </p:nvSpPr>
        <p:spPr>
          <a:xfrm xmlns:a="http://schemas.openxmlformats.org/drawingml/2006/main">
            <a:off x="11049000" y="2476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900" b="1">
                <a:solidFill>
                  <a:srgbClr val="90A1B9"/>
                </a:solidFill>
              </a:defRPr>
            </a:defPPr>
            <a:lvl1pPr algn="r">
              <a:defRPr sz="900" b="1">
                <a:solidFill>
                  <a:srgbClr val="90A1B9"/>
                </a:solidFill>
              </a:defRPr>
            </a:lvl1pPr>
            <a:lvl2pPr algn="r">
              <a:defRPr sz="900" b="1">
                <a:solidFill>
                  <a:srgbClr val="90A1B9"/>
                </a:solidFill>
              </a:defRPr>
            </a:lvl2pPr>
            <a:lvl3pPr algn="r">
              <a:defRPr sz="900" b="1">
                <a:solidFill>
                  <a:srgbClr val="90A1B9"/>
                </a:solidFill>
              </a:defRPr>
            </a:lvl3pPr>
            <a:lvl4pPr algn="r">
              <a:defRPr sz="900" b="1">
                <a:solidFill>
                  <a:srgbClr val="90A1B9"/>
                </a:solidFill>
              </a:defRPr>
            </a:lvl4pPr>
            <a:lvl5pPr algn="r">
              <a:defRPr sz="900" b="1">
                <a:solidFill>
                  <a:srgbClr val="90A1B9"/>
                </a:solidFill>
              </a:defRPr>
            </a:lvl5pPr>
            <a:lvl6pPr algn="r">
              <a:defRPr sz="900" b="1">
                <a:solidFill>
                  <a:srgbClr val="90A1B9"/>
                </a:solidFill>
              </a:defRPr>
            </a:lvl6pPr>
            <a:lvl7pPr algn="r">
              <a:defRPr sz="900" b="1">
                <a:solidFill>
                  <a:srgbClr val="90A1B9"/>
                </a:solidFill>
              </a:defRPr>
            </a:lvl7pPr>
            <a:lvl8pPr algn="r">
              <a:defRPr sz="900" b="1">
                <a:solidFill>
                  <a:srgbClr val="90A1B9"/>
                </a:solidFill>
              </a:defRPr>
            </a:lvl8pPr>
            <a:lvl9pPr algn="r">
              <a:defRPr sz="900" b="1">
                <a:solidFill>
                  <a:srgbClr val="90A1B9"/>
                </a:solidFill>
              </a:defRPr>
            </a:lvl9pPr>
          </a:lstStyle>
          <a:p xmlns:a="http://schemas.openxmlformats.org/drawingml/2006/main">
            <a:pPr algn="r">
              <a:lnSpc>
                <a:spcPct val="108000"/>
              </a:lnSpc>
              <a:buNone/>
              <a:defRPr sz="900" b="1">
                <a:solidFill>
                  <a:srgbClr val="90A1B9"/>
                </a:solidFill>
              </a:defRPr>
            </a:pPr>
            <a:r>
              <a:rPr sz="900" b="1">
                <a:solidFill>
                  <a:srgbClr val="90A1B9"/>
                </a:solidFill>
              </a:rPr>
              <a:t>03</a:t>
            </a:r>
          </a:p>
        </p:txBody>
      </p:sp>
      <p:sp>
        <p:nvSpPr>
          <p:cNvPr id="3" name="path-rule">
            <a:extLst xmlns:a="http://schemas.openxmlformats.org/drawingml/2006/main">
              <a:ext uri="{FF2B5EF4-FFF2-40B4-BE49-F238E27FC236}">
                <a16:creationId xmlns:a16="http://schemas.microsoft.com/office/drawing/2014/main" id="{92EBF3F2-2DCB-46F0-A04F-F24BF52C5777}"/>
              </a:ext>
            </a:extLst>
          </p:cNvPr>
          <p:cNvSpPr>
            <a:spLocks xmlns:a="http://schemas.openxmlformats.org/drawingml/2006/main" noGrp="1"/>
          </p:cNvSpPr>
          <p:nvPr/>
        </p:nvSpPr>
        <p:spPr>
          <a:xfrm xmlns:a="http://schemas.openxmlformats.org/drawingml/2006/main">
            <a:off x="685800" y="552450"/>
            <a:ext cx="514350" cy="47625"/>
          </a:xfrm>
          <a:prstGeom xmlns:a="http://schemas.openxmlformats.org/drawingml/2006/main" prst="rect">
            <a:avLst/>
          </a:prstGeom>
          <a:solidFill xmlns:a="http://schemas.openxmlformats.org/drawingml/2006/main">
            <a:srgbClr val="0084D1"/>
          </a:solidFill>
          <a:ln xmlns:a="http://schemas.openxmlformats.org/drawingml/2006/main" w="0">
            <a:noFill/>
            <a:prstDash val="solid"/>
          </a:ln>
        </p:spPr>
      </p:sp>
      <p:sp>
        <p:nvSpPr>
          <p:cNvPr id="4" name="title">
            <a:extLst xmlns:a="http://schemas.openxmlformats.org/drawingml/2006/main">
              <a:ext uri="{FF2B5EF4-FFF2-40B4-BE49-F238E27FC236}">
                <a16:creationId xmlns:a16="http://schemas.microsoft.com/office/drawing/2014/main" id="{5B151EB7-5276-4CDA-8E33-BAADA2283CD0}"/>
              </a:ext>
            </a:extLst>
          </p:cNvPr>
          <p:cNvSpPr>
            <a:spLocks xmlns:a="http://schemas.openxmlformats.org/drawingml/2006/main" noGrp="1"/>
          </p:cNvSpPr>
          <p:nvPr/>
        </p:nvSpPr>
        <p:spPr>
          <a:xfrm xmlns:a="http://schemas.openxmlformats.org/drawingml/2006/main">
            <a:off x="685800" y="685800"/>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00" b="1">
                <a:solidFill>
                  <a:srgbClr val="020618"/>
                </a:solidFill>
              </a:defRPr>
            </a:defPPr>
            <a:lvl1pPr algn="l">
              <a:defRPr sz="3000" b="1">
                <a:solidFill>
                  <a:srgbClr val="020618"/>
                </a:solidFill>
              </a:defRPr>
            </a:lvl1pPr>
            <a:lvl2pPr algn="l">
              <a:defRPr sz="3000" b="1">
                <a:solidFill>
                  <a:srgbClr val="020618"/>
                </a:solidFill>
              </a:defRPr>
            </a:lvl2pPr>
            <a:lvl3pPr algn="l">
              <a:defRPr sz="3000" b="1">
                <a:solidFill>
                  <a:srgbClr val="020618"/>
                </a:solidFill>
              </a:defRPr>
            </a:lvl3pPr>
            <a:lvl4pPr algn="l">
              <a:defRPr sz="3000" b="1">
                <a:solidFill>
                  <a:srgbClr val="020618"/>
                </a:solidFill>
              </a:defRPr>
            </a:lvl4pPr>
            <a:lvl5pPr algn="l">
              <a:defRPr sz="3000" b="1">
                <a:solidFill>
                  <a:srgbClr val="020618"/>
                </a:solidFill>
              </a:defRPr>
            </a:lvl5pPr>
            <a:lvl6pPr algn="l">
              <a:defRPr sz="3000" b="1">
                <a:solidFill>
                  <a:srgbClr val="020618"/>
                </a:solidFill>
              </a:defRPr>
            </a:lvl6pPr>
            <a:lvl7pPr algn="l">
              <a:defRPr sz="3000" b="1">
                <a:solidFill>
                  <a:srgbClr val="020618"/>
                </a:solidFill>
              </a:defRPr>
            </a:lvl7pPr>
            <a:lvl8pPr algn="l">
              <a:defRPr sz="3000" b="1">
                <a:solidFill>
                  <a:srgbClr val="020618"/>
                </a:solidFill>
              </a:defRPr>
            </a:lvl8pPr>
            <a:lvl9pPr algn="l">
              <a:defRPr sz="3000" b="1">
                <a:solidFill>
                  <a:srgbClr val="020618"/>
                </a:solidFill>
              </a:defRPr>
            </a:lvl9pPr>
          </a:lstStyle>
          <a:p xmlns:a="http://schemas.openxmlformats.org/drawingml/2006/main">
            <a:pPr algn="l">
              <a:lnSpc>
                <a:spcPct val="105000"/>
              </a:lnSpc>
              <a:buNone/>
              <a:defRPr sz="3000" b="1">
                <a:solidFill>
                  <a:srgbClr val="020618"/>
                </a:solidFill>
              </a:defRPr>
            </a:pPr>
            <a:r>
              <a:rPr sz="3000" b="1">
                <a:solidFill>
                  <a:srgbClr val="020618"/>
                </a:solidFill>
              </a:rPr>
              <a:t>One vertical path from folder to evidence</a:t>
            </a:r>
          </a:p>
        </p:txBody>
      </p:sp>
      <p:sp>
        <p:nvSpPr>
          <p:cNvPr id="5" name="step-number-1">
            <a:extLst xmlns:a="http://schemas.openxmlformats.org/drawingml/2006/main">
              <a:ext uri="{FF2B5EF4-FFF2-40B4-BE49-F238E27FC236}">
                <a16:creationId xmlns:a16="http://schemas.microsoft.com/office/drawing/2014/main" id="{0DE6E198-E6CF-49F0-9691-DCDB23FA5761}"/>
              </a:ext>
            </a:extLst>
          </p:cNvPr>
          <p:cNvSpPr>
            <a:spLocks xmlns:a="http://schemas.openxmlformats.org/drawingml/2006/main" noGrp="1"/>
          </p:cNvSpPr>
          <p:nvPr/>
        </p:nvSpPr>
        <p:spPr>
          <a:xfrm xmlns:a="http://schemas.openxmlformats.org/drawingml/2006/main">
            <a:off x="876300" y="2228850"/>
            <a:ext cx="304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1">
                <a:solidFill>
                  <a:srgbClr val="0084D1"/>
                </a:solidFill>
              </a:defRPr>
            </a:defPPr>
            <a:lvl1pPr algn="ctr">
              <a:defRPr sz="1350" b="1">
                <a:solidFill>
                  <a:srgbClr val="0084D1"/>
                </a:solidFill>
              </a:defRPr>
            </a:lvl1pPr>
            <a:lvl2pPr algn="ctr">
              <a:defRPr sz="1350" b="1">
                <a:solidFill>
                  <a:srgbClr val="0084D1"/>
                </a:solidFill>
              </a:defRPr>
            </a:lvl2pPr>
            <a:lvl3pPr algn="ctr">
              <a:defRPr sz="1350" b="1">
                <a:solidFill>
                  <a:srgbClr val="0084D1"/>
                </a:solidFill>
              </a:defRPr>
            </a:lvl3pPr>
            <a:lvl4pPr algn="ctr">
              <a:defRPr sz="1350" b="1">
                <a:solidFill>
                  <a:srgbClr val="0084D1"/>
                </a:solidFill>
              </a:defRPr>
            </a:lvl4pPr>
            <a:lvl5pPr algn="ctr">
              <a:defRPr sz="1350" b="1">
                <a:solidFill>
                  <a:srgbClr val="0084D1"/>
                </a:solidFill>
              </a:defRPr>
            </a:lvl5pPr>
            <a:lvl6pPr algn="ctr">
              <a:defRPr sz="1350" b="1">
                <a:solidFill>
                  <a:srgbClr val="0084D1"/>
                </a:solidFill>
              </a:defRPr>
            </a:lvl6pPr>
            <a:lvl7pPr algn="ctr">
              <a:defRPr sz="1350" b="1">
                <a:solidFill>
                  <a:srgbClr val="0084D1"/>
                </a:solidFill>
              </a:defRPr>
            </a:lvl7pPr>
            <a:lvl8pPr algn="ctr">
              <a:defRPr sz="1350" b="1">
                <a:solidFill>
                  <a:srgbClr val="0084D1"/>
                </a:solidFill>
              </a:defRPr>
            </a:lvl8pPr>
            <a:lvl9pPr algn="ctr">
              <a:defRPr sz="1350" b="1">
                <a:solidFill>
                  <a:srgbClr val="0084D1"/>
                </a:solidFill>
              </a:defRPr>
            </a:lvl9pPr>
          </a:lstStyle>
          <a:p xmlns:a="http://schemas.openxmlformats.org/drawingml/2006/main">
            <a:pPr algn="ctr">
              <a:lnSpc>
                <a:spcPct val="108000"/>
              </a:lnSpc>
              <a:buNone/>
              <a:defRPr sz="1350" b="1">
                <a:solidFill>
                  <a:srgbClr val="0084D1"/>
                </a:solidFill>
              </a:defRPr>
            </a:pPr>
            <a:r>
              <a:rPr sz="1350" b="1">
                <a:solidFill>
                  <a:srgbClr val="0084D1"/>
                </a:solidFill>
              </a:rPr>
              <a:t>1</a:t>
            </a:r>
          </a:p>
        </p:txBody>
      </p:sp>
      <p:sp>
        <p:nvSpPr>
          <p:cNvPr id="6" name="step-label-1">
            <a:extLst xmlns:a="http://schemas.openxmlformats.org/drawingml/2006/main">
              <a:ext uri="{FF2B5EF4-FFF2-40B4-BE49-F238E27FC236}">
                <a16:creationId xmlns:a16="http://schemas.microsoft.com/office/drawing/2014/main" id="{81386B0C-299A-4CB0-AFAC-EE63F00A3D37}"/>
              </a:ext>
            </a:extLst>
          </p:cNvPr>
          <p:cNvSpPr>
            <a:spLocks xmlns:a="http://schemas.openxmlformats.org/drawingml/2006/main" noGrp="1"/>
          </p:cNvSpPr>
          <p:nvPr/>
        </p:nvSpPr>
        <p:spPr>
          <a:xfrm xmlns:a="http://schemas.openxmlformats.org/drawingml/2006/main">
            <a:off x="1466850" y="2133600"/>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1">
                <a:solidFill>
                  <a:srgbClr val="0F172B"/>
                </a:solidFill>
              </a:defRPr>
            </a:defPPr>
            <a:lvl1pPr algn="l">
              <a:defRPr sz="1875" b="1">
                <a:solidFill>
                  <a:srgbClr val="0F172B"/>
                </a:solidFill>
              </a:defRPr>
            </a:lvl1pPr>
            <a:lvl2pPr algn="l">
              <a:defRPr sz="1875" b="1">
                <a:solidFill>
                  <a:srgbClr val="0F172B"/>
                </a:solidFill>
              </a:defRPr>
            </a:lvl2pPr>
            <a:lvl3pPr algn="l">
              <a:defRPr sz="1875" b="1">
                <a:solidFill>
                  <a:srgbClr val="0F172B"/>
                </a:solidFill>
              </a:defRPr>
            </a:lvl3pPr>
            <a:lvl4pPr algn="l">
              <a:defRPr sz="1875" b="1">
                <a:solidFill>
                  <a:srgbClr val="0F172B"/>
                </a:solidFill>
              </a:defRPr>
            </a:lvl4pPr>
            <a:lvl5pPr algn="l">
              <a:defRPr sz="1875" b="1">
                <a:solidFill>
                  <a:srgbClr val="0F172B"/>
                </a:solidFill>
              </a:defRPr>
            </a:lvl5pPr>
            <a:lvl6pPr algn="l">
              <a:defRPr sz="1875" b="1">
                <a:solidFill>
                  <a:srgbClr val="0F172B"/>
                </a:solidFill>
              </a:defRPr>
            </a:lvl6pPr>
            <a:lvl7pPr algn="l">
              <a:defRPr sz="1875" b="1">
                <a:solidFill>
                  <a:srgbClr val="0F172B"/>
                </a:solidFill>
              </a:defRPr>
            </a:lvl7pPr>
            <a:lvl8pPr algn="l">
              <a:defRPr sz="1875" b="1">
                <a:solidFill>
                  <a:srgbClr val="0F172B"/>
                </a:solidFill>
              </a:defRPr>
            </a:lvl8pPr>
            <a:lvl9pPr algn="l">
              <a:defRPr sz="1875" b="1">
                <a:solidFill>
                  <a:srgbClr val="0F172B"/>
                </a:solidFill>
              </a:defRPr>
            </a:lvl9pPr>
          </a:lstStyle>
          <a:p xmlns:a="http://schemas.openxmlformats.org/drawingml/2006/main">
            <a:pPr algn="l">
              <a:lnSpc>
                <a:spcPct val="108000"/>
              </a:lnSpc>
              <a:buNone/>
              <a:defRPr sz="1875" b="1">
                <a:solidFill>
                  <a:srgbClr val="0F172B"/>
                </a:solidFill>
              </a:defRPr>
            </a:pPr>
            <a:r>
              <a:rPr sz="1875" b="1">
                <a:solidFill>
                  <a:srgbClr val="0F172B"/>
                </a:solidFill>
              </a:rPr>
              <a:t>Root</a:t>
            </a:r>
          </a:p>
        </p:txBody>
      </p:sp>
      <p:sp>
        <p:nvSpPr>
          <p:cNvPr id="7" name="step-detail-1">
            <a:extLst xmlns:a="http://schemas.openxmlformats.org/drawingml/2006/main">
              <a:ext uri="{FF2B5EF4-FFF2-40B4-BE49-F238E27FC236}">
                <a16:creationId xmlns:a16="http://schemas.microsoft.com/office/drawing/2014/main" id="{62E9F05B-87FD-4674-8019-E8D57087CC3F}"/>
              </a:ext>
            </a:extLst>
          </p:cNvPr>
          <p:cNvSpPr>
            <a:spLocks xmlns:a="http://schemas.openxmlformats.org/drawingml/2006/main" noGrp="1"/>
          </p:cNvSpPr>
          <p:nvPr/>
        </p:nvSpPr>
        <p:spPr>
          <a:xfrm xmlns:a="http://schemas.openxmlformats.org/drawingml/2006/main">
            <a:off x="3238500" y="215265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0">
                <a:solidFill>
                  <a:srgbClr val="45556C"/>
                </a:solidFill>
              </a:defRPr>
            </a:defPPr>
            <a:lvl1pPr algn="l">
              <a:defRPr sz="1425" b="0">
                <a:solidFill>
                  <a:srgbClr val="45556C"/>
                </a:solidFill>
              </a:defRPr>
            </a:lvl1pPr>
            <a:lvl2pPr algn="l">
              <a:defRPr sz="1425" b="0">
                <a:solidFill>
                  <a:srgbClr val="45556C"/>
                </a:solidFill>
              </a:defRPr>
            </a:lvl2pPr>
            <a:lvl3pPr algn="l">
              <a:defRPr sz="1425" b="0">
                <a:solidFill>
                  <a:srgbClr val="45556C"/>
                </a:solidFill>
              </a:defRPr>
            </a:lvl3pPr>
            <a:lvl4pPr algn="l">
              <a:defRPr sz="1425" b="0">
                <a:solidFill>
                  <a:srgbClr val="45556C"/>
                </a:solidFill>
              </a:defRPr>
            </a:lvl4pPr>
            <a:lvl5pPr algn="l">
              <a:defRPr sz="1425" b="0">
                <a:solidFill>
                  <a:srgbClr val="45556C"/>
                </a:solidFill>
              </a:defRPr>
            </a:lvl5pPr>
            <a:lvl6pPr algn="l">
              <a:defRPr sz="1425" b="0">
                <a:solidFill>
                  <a:srgbClr val="45556C"/>
                </a:solidFill>
              </a:defRPr>
            </a:lvl6pPr>
            <a:lvl7pPr algn="l">
              <a:defRPr sz="1425" b="0">
                <a:solidFill>
                  <a:srgbClr val="45556C"/>
                </a:solidFill>
              </a:defRPr>
            </a:lvl7pPr>
            <a:lvl8pPr algn="l">
              <a:defRPr sz="1425" b="0">
                <a:solidFill>
                  <a:srgbClr val="45556C"/>
                </a:solidFill>
              </a:defRPr>
            </a:lvl8pPr>
            <a:lvl9pPr algn="l">
              <a:defRPr sz="1425" b="0">
                <a:solidFill>
                  <a:srgbClr val="45556C"/>
                </a:solidFill>
              </a:defRPr>
            </a:lvl9pPr>
          </a:lstStyle>
          <a:p xmlns:a="http://schemas.openxmlformats.org/drawingml/2006/main">
            <a:pPr algn="l">
              <a:lnSpc>
                <a:spcPct val="108000"/>
              </a:lnSpc>
              <a:buNone/>
              <a:defRPr sz="1425" b="0">
                <a:solidFill>
                  <a:srgbClr val="45556C"/>
                </a:solidFill>
              </a:defRPr>
            </a:pPr>
            <a:r>
              <a:rPr sz="1425" b="0">
                <a:solidFill>
                  <a:srgbClr val="45556C"/>
                </a:solidFill>
              </a:rPr>
              <a:t>Choose a configured read-only mount</a:t>
            </a:r>
          </a:p>
        </p:txBody>
      </p:sp>
      <p:sp>
        <p:nvSpPr>
          <p:cNvPr id="8" name="step-line-1">
            <a:extLst xmlns:a="http://schemas.openxmlformats.org/drawingml/2006/main">
              <a:ext uri="{FF2B5EF4-FFF2-40B4-BE49-F238E27FC236}">
                <a16:creationId xmlns:a16="http://schemas.microsoft.com/office/drawing/2014/main" id="{14AB0E43-E724-4F8E-B50E-E6F7CBD6FCB4}"/>
              </a:ext>
            </a:extLst>
          </p:cNvPr>
          <p:cNvSpPr>
            <a:spLocks xmlns:a="http://schemas.openxmlformats.org/drawingml/2006/main" noGrp="1"/>
          </p:cNvSpPr>
          <p:nvPr/>
        </p:nvSpPr>
        <p:spPr>
          <a:xfrm xmlns:a="http://schemas.openxmlformats.org/drawingml/2006/main">
            <a:off x="876300" y="2647950"/>
            <a:ext cx="9906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9" name="step-number-2">
            <a:extLst xmlns:a="http://schemas.openxmlformats.org/drawingml/2006/main">
              <a:ext uri="{FF2B5EF4-FFF2-40B4-BE49-F238E27FC236}">
                <a16:creationId xmlns:a16="http://schemas.microsoft.com/office/drawing/2014/main" id="{D8224CC6-B13F-4CE4-92C6-6E7C595AA292}"/>
              </a:ext>
            </a:extLst>
          </p:cNvPr>
          <p:cNvSpPr>
            <a:spLocks xmlns:a="http://schemas.openxmlformats.org/drawingml/2006/main" noGrp="1"/>
          </p:cNvSpPr>
          <p:nvPr/>
        </p:nvSpPr>
        <p:spPr>
          <a:xfrm xmlns:a="http://schemas.openxmlformats.org/drawingml/2006/main">
            <a:off x="876300" y="2971800"/>
            <a:ext cx="304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1">
                <a:solidFill>
                  <a:srgbClr val="0084D1"/>
                </a:solidFill>
              </a:defRPr>
            </a:defPPr>
            <a:lvl1pPr algn="ctr">
              <a:defRPr sz="1350" b="1">
                <a:solidFill>
                  <a:srgbClr val="0084D1"/>
                </a:solidFill>
              </a:defRPr>
            </a:lvl1pPr>
            <a:lvl2pPr algn="ctr">
              <a:defRPr sz="1350" b="1">
                <a:solidFill>
                  <a:srgbClr val="0084D1"/>
                </a:solidFill>
              </a:defRPr>
            </a:lvl2pPr>
            <a:lvl3pPr algn="ctr">
              <a:defRPr sz="1350" b="1">
                <a:solidFill>
                  <a:srgbClr val="0084D1"/>
                </a:solidFill>
              </a:defRPr>
            </a:lvl3pPr>
            <a:lvl4pPr algn="ctr">
              <a:defRPr sz="1350" b="1">
                <a:solidFill>
                  <a:srgbClr val="0084D1"/>
                </a:solidFill>
              </a:defRPr>
            </a:lvl4pPr>
            <a:lvl5pPr algn="ctr">
              <a:defRPr sz="1350" b="1">
                <a:solidFill>
                  <a:srgbClr val="0084D1"/>
                </a:solidFill>
              </a:defRPr>
            </a:lvl5pPr>
            <a:lvl6pPr algn="ctr">
              <a:defRPr sz="1350" b="1">
                <a:solidFill>
                  <a:srgbClr val="0084D1"/>
                </a:solidFill>
              </a:defRPr>
            </a:lvl6pPr>
            <a:lvl7pPr algn="ctr">
              <a:defRPr sz="1350" b="1">
                <a:solidFill>
                  <a:srgbClr val="0084D1"/>
                </a:solidFill>
              </a:defRPr>
            </a:lvl7pPr>
            <a:lvl8pPr algn="ctr">
              <a:defRPr sz="1350" b="1">
                <a:solidFill>
                  <a:srgbClr val="0084D1"/>
                </a:solidFill>
              </a:defRPr>
            </a:lvl8pPr>
            <a:lvl9pPr algn="ctr">
              <a:defRPr sz="1350" b="1">
                <a:solidFill>
                  <a:srgbClr val="0084D1"/>
                </a:solidFill>
              </a:defRPr>
            </a:lvl9pPr>
          </a:lstStyle>
          <a:p xmlns:a="http://schemas.openxmlformats.org/drawingml/2006/main">
            <a:pPr algn="ctr">
              <a:lnSpc>
                <a:spcPct val="108000"/>
              </a:lnSpc>
              <a:buNone/>
              <a:defRPr sz="1350" b="1">
                <a:solidFill>
                  <a:srgbClr val="0084D1"/>
                </a:solidFill>
              </a:defRPr>
            </a:pPr>
            <a:r>
              <a:rPr sz="1350" b="1">
                <a:solidFill>
                  <a:srgbClr val="0084D1"/>
                </a:solidFill>
              </a:rPr>
              <a:t>2</a:t>
            </a:r>
          </a:p>
        </p:txBody>
      </p:sp>
      <p:sp>
        <p:nvSpPr>
          <p:cNvPr id="10" name="step-label-2">
            <a:extLst xmlns:a="http://schemas.openxmlformats.org/drawingml/2006/main">
              <a:ext uri="{FF2B5EF4-FFF2-40B4-BE49-F238E27FC236}">
                <a16:creationId xmlns:a16="http://schemas.microsoft.com/office/drawing/2014/main" id="{9270696A-85B8-4F02-8308-C58BB2DE53D2}"/>
              </a:ext>
            </a:extLst>
          </p:cNvPr>
          <p:cNvSpPr>
            <a:spLocks xmlns:a="http://schemas.openxmlformats.org/drawingml/2006/main" noGrp="1"/>
          </p:cNvSpPr>
          <p:nvPr/>
        </p:nvSpPr>
        <p:spPr>
          <a:xfrm xmlns:a="http://schemas.openxmlformats.org/drawingml/2006/main">
            <a:off x="1466850" y="2876550"/>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1">
                <a:solidFill>
                  <a:srgbClr val="0F172B"/>
                </a:solidFill>
              </a:defRPr>
            </a:defPPr>
            <a:lvl1pPr algn="l">
              <a:defRPr sz="1875" b="1">
                <a:solidFill>
                  <a:srgbClr val="0F172B"/>
                </a:solidFill>
              </a:defRPr>
            </a:lvl1pPr>
            <a:lvl2pPr algn="l">
              <a:defRPr sz="1875" b="1">
                <a:solidFill>
                  <a:srgbClr val="0F172B"/>
                </a:solidFill>
              </a:defRPr>
            </a:lvl2pPr>
            <a:lvl3pPr algn="l">
              <a:defRPr sz="1875" b="1">
                <a:solidFill>
                  <a:srgbClr val="0F172B"/>
                </a:solidFill>
              </a:defRPr>
            </a:lvl3pPr>
            <a:lvl4pPr algn="l">
              <a:defRPr sz="1875" b="1">
                <a:solidFill>
                  <a:srgbClr val="0F172B"/>
                </a:solidFill>
              </a:defRPr>
            </a:lvl4pPr>
            <a:lvl5pPr algn="l">
              <a:defRPr sz="1875" b="1">
                <a:solidFill>
                  <a:srgbClr val="0F172B"/>
                </a:solidFill>
              </a:defRPr>
            </a:lvl5pPr>
            <a:lvl6pPr algn="l">
              <a:defRPr sz="1875" b="1">
                <a:solidFill>
                  <a:srgbClr val="0F172B"/>
                </a:solidFill>
              </a:defRPr>
            </a:lvl6pPr>
            <a:lvl7pPr algn="l">
              <a:defRPr sz="1875" b="1">
                <a:solidFill>
                  <a:srgbClr val="0F172B"/>
                </a:solidFill>
              </a:defRPr>
            </a:lvl7pPr>
            <a:lvl8pPr algn="l">
              <a:defRPr sz="1875" b="1">
                <a:solidFill>
                  <a:srgbClr val="0F172B"/>
                </a:solidFill>
              </a:defRPr>
            </a:lvl8pPr>
            <a:lvl9pPr algn="l">
              <a:defRPr sz="1875" b="1">
                <a:solidFill>
                  <a:srgbClr val="0F172B"/>
                </a:solidFill>
              </a:defRPr>
            </a:lvl9pPr>
          </a:lstStyle>
          <a:p xmlns:a="http://schemas.openxmlformats.org/drawingml/2006/main">
            <a:pPr algn="l">
              <a:lnSpc>
                <a:spcPct val="108000"/>
              </a:lnSpc>
              <a:buNone/>
              <a:defRPr sz="1875" b="1">
                <a:solidFill>
                  <a:srgbClr val="0F172B"/>
                </a:solidFill>
              </a:defRPr>
            </a:pPr>
            <a:r>
              <a:rPr sz="1875" b="1">
                <a:solidFill>
                  <a:srgbClr val="0F172B"/>
                </a:solidFill>
              </a:rPr>
              <a:t>Job</a:t>
            </a:r>
          </a:p>
        </p:txBody>
      </p:sp>
      <p:sp>
        <p:nvSpPr>
          <p:cNvPr id="11" name="step-detail-2">
            <a:extLst xmlns:a="http://schemas.openxmlformats.org/drawingml/2006/main">
              <a:ext uri="{FF2B5EF4-FFF2-40B4-BE49-F238E27FC236}">
                <a16:creationId xmlns:a16="http://schemas.microsoft.com/office/drawing/2014/main" id="{A4D23EFC-AFE5-466A-93D2-675B05431C0D}"/>
              </a:ext>
            </a:extLst>
          </p:cNvPr>
          <p:cNvSpPr>
            <a:spLocks xmlns:a="http://schemas.openxmlformats.org/drawingml/2006/main" noGrp="1"/>
          </p:cNvSpPr>
          <p:nvPr/>
        </p:nvSpPr>
        <p:spPr>
          <a:xfrm xmlns:a="http://schemas.openxmlformats.org/drawingml/2006/main">
            <a:off x="3238500" y="28956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0">
                <a:solidFill>
                  <a:srgbClr val="45556C"/>
                </a:solidFill>
              </a:defRPr>
            </a:defPPr>
            <a:lvl1pPr algn="l">
              <a:defRPr sz="1425" b="0">
                <a:solidFill>
                  <a:srgbClr val="45556C"/>
                </a:solidFill>
              </a:defRPr>
            </a:lvl1pPr>
            <a:lvl2pPr algn="l">
              <a:defRPr sz="1425" b="0">
                <a:solidFill>
                  <a:srgbClr val="45556C"/>
                </a:solidFill>
              </a:defRPr>
            </a:lvl2pPr>
            <a:lvl3pPr algn="l">
              <a:defRPr sz="1425" b="0">
                <a:solidFill>
                  <a:srgbClr val="45556C"/>
                </a:solidFill>
              </a:defRPr>
            </a:lvl3pPr>
            <a:lvl4pPr algn="l">
              <a:defRPr sz="1425" b="0">
                <a:solidFill>
                  <a:srgbClr val="45556C"/>
                </a:solidFill>
              </a:defRPr>
            </a:lvl4pPr>
            <a:lvl5pPr algn="l">
              <a:defRPr sz="1425" b="0">
                <a:solidFill>
                  <a:srgbClr val="45556C"/>
                </a:solidFill>
              </a:defRPr>
            </a:lvl5pPr>
            <a:lvl6pPr algn="l">
              <a:defRPr sz="1425" b="0">
                <a:solidFill>
                  <a:srgbClr val="45556C"/>
                </a:solidFill>
              </a:defRPr>
            </a:lvl6pPr>
            <a:lvl7pPr algn="l">
              <a:defRPr sz="1425" b="0">
                <a:solidFill>
                  <a:srgbClr val="45556C"/>
                </a:solidFill>
              </a:defRPr>
            </a:lvl7pPr>
            <a:lvl8pPr algn="l">
              <a:defRPr sz="1425" b="0">
                <a:solidFill>
                  <a:srgbClr val="45556C"/>
                </a:solidFill>
              </a:defRPr>
            </a:lvl8pPr>
            <a:lvl9pPr algn="l">
              <a:defRPr sz="1425" b="0">
                <a:solidFill>
                  <a:srgbClr val="45556C"/>
                </a:solidFill>
              </a:defRPr>
            </a:lvl9pPr>
          </a:lstStyle>
          <a:p xmlns:a="http://schemas.openxmlformats.org/drawingml/2006/main">
            <a:pPr algn="l">
              <a:lnSpc>
                <a:spcPct val="108000"/>
              </a:lnSpc>
              <a:buNone/>
              <a:defRPr sz="1425" b="0">
                <a:solidFill>
                  <a:srgbClr val="45556C"/>
                </a:solidFill>
              </a:defRPr>
            </a:pPr>
            <a:r>
              <a:rPr sz="1425" b="0">
                <a:solidFill>
                  <a:srgbClr val="45556C"/>
                </a:solidFill>
              </a:rPr>
              <a:t>Return root_id and job_id before work starts</a:t>
            </a:r>
          </a:p>
        </p:txBody>
      </p:sp>
      <p:sp>
        <p:nvSpPr>
          <p:cNvPr id="12" name="step-line-2">
            <a:extLst xmlns:a="http://schemas.openxmlformats.org/drawingml/2006/main">
              <a:ext uri="{FF2B5EF4-FFF2-40B4-BE49-F238E27FC236}">
                <a16:creationId xmlns:a16="http://schemas.microsoft.com/office/drawing/2014/main" id="{1EC0CBE6-FB81-4B15-AF92-9DAC9079A6DC}"/>
              </a:ext>
            </a:extLst>
          </p:cNvPr>
          <p:cNvSpPr>
            <a:spLocks xmlns:a="http://schemas.openxmlformats.org/drawingml/2006/main" noGrp="1"/>
          </p:cNvSpPr>
          <p:nvPr/>
        </p:nvSpPr>
        <p:spPr>
          <a:xfrm xmlns:a="http://schemas.openxmlformats.org/drawingml/2006/main">
            <a:off x="876300" y="3390900"/>
            <a:ext cx="9906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13" name="step-number-3">
            <a:extLst xmlns:a="http://schemas.openxmlformats.org/drawingml/2006/main">
              <a:ext uri="{FF2B5EF4-FFF2-40B4-BE49-F238E27FC236}">
                <a16:creationId xmlns:a16="http://schemas.microsoft.com/office/drawing/2014/main" id="{863308E7-A253-4DF8-9DC0-BA72E48FE59C}"/>
              </a:ext>
            </a:extLst>
          </p:cNvPr>
          <p:cNvSpPr>
            <a:spLocks xmlns:a="http://schemas.openxmlformats.org/drawingml/2006/main" noGrp="1"/>
          </p:cNvSpPr>
          <p:nvPr/>
        </p:nvSpPr>
        <p:spPr>
          <a:xfrm xmlns:a="http://schemas.openxmlformats.org/drawingml/2006/main">
            <a:off x="876300" y="3714750"/>
            <a:ext cx="304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1">
                <a:solidFill>
                  <a:srgbClr val="0084D1"/>
                </a:solidFill>
              </a:defRPr>
            </a:defPPr>
            <a:lvl1pPr algn="ctr">
              <a:defRPr sz="1350" b="1">
                <a:solidFill>
                  <a:srgbClr val="0084D1"/>
                </a:solidFill>
              </a:defRPr>
            </a:lvl1pPr>
            <a:lvl2pPr algn="ctr">
              <a:defRPr sz="1350" b="1">
                <a:solidFill>
                  <a:srgbClr val="0084D1"/>
                </a:solidFill>
              </a:defRPr>
            </a:lvl2pPr>
            <a:lvl3pPr algn="ctr">
              <a:defRPr sz="1350" b="1">
                <a:solidFill>
                  <a:srgbClr val="0084D1"/>
                </a:solidFill>
              </a:defRPr>
            </a:lvl3pPr>
            <a:lvl4pPr algn="ctr">
              <a:defRPr sz="1350" b="1">
                <a:solidFill>
                  <a:srgbClr val="0084D1"/>
                </a:solidFill>
              </a:defRPr>
            </a:lvl4pPr>
            <a:lvl5pPr algn="ctr">
              <a:defRPr sz="1350" b="1">
                <a:solidFill>
                  <a:srgbClr val="0084D1"/>
                </a:solidFill>
              </a:defRPr>
            </a:lvl5pPr>
            <a:lvl6pPr algn="ctr">
              <a:defRPr sz="1350" b="1">
                <a:solidFill>
                  <a:srgbClr val="0084D1"/>
                </a:solidFill>
              </a:defRPr>
            </a:lvl6pPr>
            <a:lvl7pPr algn="ctr">
              <a:defRPr sz="1350" b="1">
                <a:solidFill>
                  <a:srgbClr val="0084D1"/>
                </a:solidFill>
              </a:defRPr>
            </a:lvl7pPr>
            <a:lvl8pPr algn="ctr">
              <a:defRPr sz="1350" b="1">
                <a:solidFill>
                  <a:srgbClr val="0084D1"/>
                </a:solidFill>
              </a:defRPr>
            </a:lvl8pPr>
            <a:lvl9pPr algn="ctr">
              <a:defRPr sz="1350" b="1">
                <a:solidFill>
                  <a:srgbClr val="0084D1"/>
                </a:solidFill>
              </a:defRPr>
            </a:lvl9pPr>
          </a:lstStyle>
          <a:p xmlns:a="http://schemas.openxmlformats.org/drawingml/2006/main">
            <a:pPr algn="ctr">
              <a:lnSpc>
                <a:spcPct val="108000"/>
              </a:lnSpc>
              <a:buNone/>
              <a:defRPr sz="1350" b="1">
                <a:solidFill>
                  <a:srgbClr val="0084D1"/>
                </a:solidFill>
              </a:defRPr>
            </a:pPr>
            <a:r>
              <a:rPr sz="1350" b="1">
                <a:solidFill>
                  <a:srgbClr val="0084D1"/>
                </a:solidFill>
              </a:rPr>
              <a:t>3</a:t>
            </a:r>
          </a:p>
        </p:txBody>
      </p:sp>
      <p:sp>
        <p:nvSpPr>
          <p:cNvPr id="14" name="step-label-3">
            <a:extLst xmlns:a="http://schemas.openxmlformats.org/drawingml/2006/main">
              <a:ext uri="{FF2B5EF4-FFF2-40B4-BE49-F238E27FC236}">
                <a16:creationId xmlns:a16="http://schemas.microsoft.com/office/drawing/2014/main" id="{E0941C13-E0FF-4F1B-A4DE-C9409603B6E1}"/>
              </a:ext>
            </a:extLst>
          </p:cNvPr>
          <p:cNvSpPr>
            <a:spLocks xmlns:a="http://schemas.openxmlformats.org/drawingml/2006/main" noGrp="1"/>
          </p:cNvSpPr>
          <p:nvPr/>
        </p:nvSpPr>
        <p:spPr>
          <a:xfrm xmlns:a="http://schemas.openxmlformats.org/drawingml/2006/main">
            <a:off x="1466850" y="3619500"/>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1">
                <a:solidFill>
                  <a:srgbClr val="0F172B"/>
                </a:solidFill>
              </a:defRPr>
            </a:defPPr>
            <a:lvl1pPr algn="l">
              <a:defRPr sz="1875" b="1">
                <a:solidFill>
                  <a:srgbClr val="0F172B"/>
                </a:solidFill>
              </a:defRPr>
            </a:lvl1pPr>
            <a:lvl2pPr algn="l">
              <a:defRPr sz="1875" b="1">
                <a:solidFill>
                  <a:srgbClr val="0F172B"/>
                </a:solidFill>
              </a:defRPr>
            </a:lvl2pPr>
            <a:lvl3pPr algn="l">
              <a:defRPr sz="1875" b="1">
                <a:solidFill>
                  <a:srgbClr val="0F172B"/>
                </a:solidFill>
              </a:defRPr>
            </a:lvl3pPr>
            <a:lvl4pPr algn="l">
              <a:defRPr sz="1875" b="1">
                <a:solidFill>
                  <a:srgbClr val="0F172B"/>
                </a:solidFill>
              </a:defRPr>
            </a:lvl4pPr>
            <a:lvl5pPr algn="l">
              <a:defRPr sz="1875" b="1">
                <a:solidFill>
                  <a:srgbClr val="0F172B"/>
                </a:solidFill>
              </a:defRPr>
            </a:lvl5pPr>
            <a:lvl6pPr algn="l">
              <a:defRPr sz="1875" b="1">
                <a:solidFill>
                  <a:srgbClr val="0F172B"/>
                </a:solidFill>
              </a:defRPr>
            </a:lvl6pPr>
            <a:lvl7pPr algn="l">
              <a:defRPr sz="1875" b="1">
                <a:solidFill>
                  <a:srgbClr val="0F172B"/>
                </a:solidFill>
              </a:defRPr>
            </a:lvl7pPr>
            <a:lvl8pPr algn="l">
              <a:defRPr sz="1875" b="1">
                <a:solidFill>
                  <a:srgbClr val="0F172B"/>
                </a:solidFill>
              </a:defRPr>
            </a:lvl8pPr>
            <a:lvl9pPr algn="l">
              <a:defRPr sz="1875" b="1">
                <a:solidFill>
                  <a:srgbClr val="0F172B"/>
                </a:solidFill>
              </a:defRPr>
            </a:lvl9pPr>
          </a:lstStyle>
          <a:p xmlns:a="http://schemas.openxmlformats.org/drawingml/2006/main">
            <a:pPr algn="l">
              <a:lnSpc>
                <a:spcPct val="108000"/>
              </a:lnSpc>
              <a:buNone/>
              <a:defRPr sz="1875" b="1">
                <a:solidFill>
                  <a:srgbClr val="0F172B"/>
                </a:solidFill>
              </a:defRPr>
            </a:pPr>
            <a:r>
              <a:rPr sz="1875" b="1">
                <a:solidFill>
                  <a:srgbClr val="0F172B"/>
                </a:solidFill>
              </a:rPr>
              <a:t>Scan</a:t>
            </a:r>
          </a:p>
        </p:txBody>
      </p:sp>
      <p:sp>
        <p:nvSpPr>
          <p:cNvPr id="15" name="step-detail-3">
            <a:extLst xmlns:a="http://schemas.openxmlformats.org/drawingml/2006/main">
              <a:ext uri="{FF2B5EF4-FFF2-40B4-BE49-F238E27FC236}">
                <a16:creationId xmlns:a16="http://schemas.microsoft.com/office/drawing/2014/main" id="{0881F6B4-D4B3-443E-AE41-60B8BB7F60AA}"/>
              </a:ext>
            </a:extLst>
          </p:cNvPr>
          <p:cNvSpPr>
            <a:spLocks xmlns:a="http://schemas.openxmlformats.org/drawingml/2006/main" noGrp="1"/>
          </p:cNvSpPr>
          <p:nvPr/>
        </p:nvSpPr>
        <p:spPr>
          <a:xfrm xmlns:a="http://schemas.openxmlformats.org/drawingml/2006/main">
            <a:off x="3238500" y="363855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0">
                <a:solidFill>
                  <a:srgbClr val="45556C"/>
                </a:solidFill>
              </a:defRPr>
            </a:defPPr>
            <a:lvl1pPr algn="l">
              <a:defRPr sz="1425" b="0">
                <a:solidFill>
                  <a:srgbClr val="45556C"/>
                </a:solidFill>
              </a:defRPr>
            </a:lvl1pPr>
            <a:lvl2pPr algn="l">
              <a:defRPr sz="1425" b="0">
                <a:solidFill>
                  <a:srgbClr val="45556C"/>
                </a:solidFill>
              </a:defRPr>
            </a:lvl2pPr>
            <a:lvl3pPr algn="l">
              <a:defRPr sz="1425" b="0">
                <a:solidFill>
                  <a:srgbClr val="45556C"/>
                </a:solidFill>
              </a:defRPr>
            </a:lvl3pPr>
            <a:lvl4pPr algn="l">
              <a:defRPr sz="1425" b="0">
                <a:solidFill>
                  <a:srgbClr val="45556C"/>
                </a:solidFill>
              </a:defRPr>
            </a:lvl4pPr>
            <a:lvl5pPr algn="l">
              <a:defRPr sz="1425" b="0">
                <a:solidFill>
                  <a:srgbClr val="45556C"/>
                </a:solidFill>
              </a:defRPr>
            </a:lvl5pPr>
            <a:lvl6pPr algn="l">
              <a:defRPr sz="1425" b="0">
                <a:solidFill>
                  <a:srgbClr val="45556C"/>
                </a:solidFill>
              </a:defRPr>
            </a:lvl6pPr>
            <a:lvl7pPr algn="l">
              <a:defRPr sz="1425" b="0">
                <a:solidFill>
                  <a:srgbClr val="45556C"/>
                </a:solidFill>
              </a:defRPr>
            </a:lvl7pPr>
            <a:lvl8pPr algn="l">
              <a:defRPr sz="1425" b="0">
                <a:solidFill>
                  <a:srgbClr val="45556C"/>
                </a:solidFill>
              </a:defRPr>
            </a:lvl8pPr>
            <a:lvl9pPr algn="l">
              <a:defRPr sz="1425" b="0">
                <a:solidFill>
                  <a:srgbClr val="45556C"/>
                </a:solidFill>
              </a:defRPr>
            </a:lvl9pPr>
          </a:lstStyle>
          <a:p xmlns:a="http://schemas.openxmlformats.org/drawingml/2006/main">
            <a:pPr algn="l">
              <a:lnSpc>
                <a:spcPct val="108000"/>
              </a:lnSpc>
              <a:buNone/>
              <a:defRPr sz="1425" b="0">
                <a:solidFill>
                  <a:srgbClr val="45556C"/>
                </a:solidFill>
              </a:defRPr>
            </a:pPr>
            <a:r>
              <a:rPr sz="1425" b="0">
                <a:solidFill>
                  <a:srgbClr val="45556C"/>
                </a:solidFill>
              </a:rPr>
              <a:t>Hash files and publish current versions</a:t>
            </a:r>
          </a:p>
        </p:txBody>
      </p:sp>
      <p:sp>
        <p:nvSpPr>
          <p:cNvPr id="16" name="step-line-3">
            <a:extLst xmlns:a="http://schemas.openxmlformats.org/drawingml/2006/main">
              <a:ext uri="{FF2B5EF4-FFF2-40B4-BE49-F238E27FC236}">
                <a16:creationId xmlns:a16="http://schemas.microsoft.com/office/drawing/2014/main" id="{92EAD9B8-765A-4E17-BB3C-62D188737EC5}"/>
              </a:ext>
            </a:extLst>
          </p:cNvPr>
          <p:cNvSpPr>
            <a:spLocks xmlns:a="http://schemas.openxmlformats.org/drawingml/2006/main" noGrp="1"/>
          </p:cNvSpPr>
          <p:nvPr/>
        </p:nvSpPr>
        <p:spPr>
          <a:xfrm xmlns:a="http://schemas.openxmlformats.org/drawingml/2006/main">
            <a:off x="876300" y="4133850"/>
            <a:ext cx="9906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17" name="step-number-4">
            <a:extLst xmlns:a="http://schemas.openxmlformats.org/drawingml/2006/main">
              <a:ext uri="{FF2B5EF4-FFF2-40B4-BE49-F238E27FC236}">
                <a16:creationId xmlns:a16="http://schemas.microsoft.com/office/drawing/2014/main" id="{DC5FE754-6423-4157-B6EA-C2F899167790}"/>
              </a:ext>
            </a:extLst>
          </p:cNvPr>
          <p:cNvSpPr>
            <a:spLocks xmlns:a="http://schemas.openxmlformats.org/drawingml/2006/main" noGrp="1"/>
          </p:cNvSpPr>
          <p:nvPr/>
        </p:nvSpPr>
        <p:spPr>
          <a:xfrm xmlns:a="http://schemas.openxmlformats.org/drawingml/2006/main">
            <a:off x="876300" y="4457700"/>
            <a:ext cx="304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1">
                <a:solidFill>
                  <a:srgbClr val="0084D1"/>
                </a:solidFill>
              </a:defRPr>
            </a:defPPr>
            <a:lvl1pPr algn="ctr">
              <a:defRPr sz="1350" b="1">
                <a:solidFill>
                  <a:srgbClr val="0084D1"/>
                </a:solidFill>
              </a:defRPr>
            </a:lvl1pPr>
            <a:lvl2pPr algn="ctr">
              <a:defRPr sz="1350" b="1">
                <a:solidFill>
                  <a:srgbClr val="0084D1"/>
                </a:solidFill>
              </a:defRPr>
            </a:lvl2pPr>
            <a:lvl3pPr algn="ctr">
              <a:defRPr sz="1350" b="1">
                <a:solidFill>
                  <a:srgbClr val="0084D1"/>
                </a:solidFill>
              </a:defRPr>
            </a:lvl3pPr>
            <a:lvl4pPr algn="ctr">
              <a:defRPr sz="1350" b="1">
                <a:solidFill>
                  <a:srgbClr val="0084D1"/>
                </a:solidFill>
              </a:defRPr>
            </a:lvl4pPr>
            <a:lvl5pPr algn="ctr">
              <a:defRPr sz="1350" b="1">
                <a:solidFill>
                  <a:srgbClr val="0084D1"/>
                </a:solidFill>
              </a:defRPr>
            </a:lvl5pPr>
            <a:lvl6pPr algn="ctr">
              <a:defRPr sz="1350" b="1">
                <a:solidFill>
                  <a:srgbClr val="0084D1"/>
                </a:solidFill>
              </a:defRPr>
            </a:lvl6pPr>
            <a:lvl7pPr algn="ctr">
              <a:defRPr sz="1350" b="1">
                <a:solidFill>
                  <a:srgbClr val="0084D1"/>
                </a:solidFill>
              </a:defRPr>
            </a:lvl7pPr>
            <a:lvl8pPr algn="ctr">
              <a:defRPr sz="1350" b="1">
                <a:solidFill>
                  <a:srgbClr val="0084D1"/>
                </a:solidFill>
              </a:defRPr>
            </a:lvl8pPr>
            <a:lvl9pPr algn="ctr">
              <a:defRPr sz="1350" b="1">
                <a:solidFill>
                  <a:srgbClr val="0084D1"/>
                </a:solidFill>
              </a:defRPr>
            </a:lvl9pPr>
          </a:lstStyle>
          <a:p xmlns:a="http://schemas.openxmlformats.org/drawingml/2006/main">
            <a:pPr algn="ctr">
              <a:lnSpc>
                <a:spcPct val="108000"/>
              </a:lnSpc>
              <a:buNone/>
              <a:defRPr sz="1350" b="1">
                <a:solidFill>
                  <a:srgbClr val="0084D1"/>
                </a:solidFill>
              </a:defRPr>
            </a:pPr>
            <a:r>
              <a:rPr sz="1350" b="1">
                <a:solidFill>
                  <a:srgbClr val="0084D1"/>
                </a:solidFill>
              </a:rPr>
              <a:t>4</a:t>
            </a:r>
          </a:p>
        </p:txBody>
      </p:sp>
      <p:sp>
        <p:nvSpPr>
          <p:cNvPr id="18" name="step-label-4">
            <a:extLst xmlns:a="http://schemas.openxmlformats.org/drawingml/2006/main">
              <a:ext uri="{FF2B5EF4-FFF2-40B4-BE49-F238E27FC236}">
                <a16:creationId xmlns:a16="http://schemas.microsoft.com/office/drawing/2014/main" id="{47C42CFC-6052-4C90-9701-9FBE0F053D79}"/>
              </a:ext>
            </a:extLst>
          </p:cNvPr>
          <p:cNvSpPr>
            <a:spLocks xmlns:a="http://schemas.openxmlformats.org/drawingml/2006/main" noGrp="1"/>
          </p:cNvSpPr>
          <p:nvPr/>
        </p:nvSpPr>
        <p:spPr>
          <a:xfrm xmlns:a="http://schemas.openxmlformats.org/drawingml/2006/main">
            <a:off x="1466850" y="4362450"/>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1">
                <a:solidFill>
                  <a:srgbClr val="0F172B"/>
                </a:solidFill>
              </a:defRPr>
            </a:defPPr>
            <a:lvl1pPr algn="l">
              <a:defRPr sz="1875" b="1">
                <a:solidFill>
                  <a:srgbClr val="0F172B"/>
                </a:solidFill>
              </a:defRPr>
            </a:lvl1pPr>
            <a:lvl2pPr algn="l">
              <a:defRPr sz="1875" b="1">
                <a:solidFill>
                  <a:srgbClr val="0F172B"/>
                </a:solidFill>
              </a:defRPr>
            </a:lvl2pPr>
            <a:lvl3pPr algn="l">
              <a:defRPr sz="1875" b="1">
                <a:solidFill>
                  <a:srgbClr val="0F172B"/>
                </a:solidFill>
              </a:defRPr>
            </a:lvl3pPr>
            <a:lvl4pPr algn="l">
              <a:defRPr sz="1875" b="1">
                <a:solidFill>
                  <a:srgbClr val="0F172B"/>
                </a:solidFill>
              </a:defRPr>
            </a:lvl4pPr>
            <a:lvl5pPr algn="l">
              <a:defRPr sz="1875" b="1">
                <a:solidFill>
                  <a:srgbClr val="0F172B"/>
                </a:solidFill>
              </a:defRPr>
            </a:lvl5pPr>
            <a:lvl6pPr algn="l">
              <a:defRPr sz="1875" b="1">
                <a:solidFill>
                  <a:srgbClr val="0F172B"/>
                </a:solidFill>
              </a:defRPr>
            </a:lvl6pPr>
            <a:lvl7pPr algn="l">
              <a:defRPr sz="1875" b="1">
                <a:solidFill>
                  <a:srgbClr val="0F172B"/>
                </a:solidFill>
              </a:defRPr>
            </a:lvl7pPr>
            <a:lvl8pPr algn="l">
              <a:defRPr sz="1875" b="1">
                <a:solidFill>
                  <a:srgbClr val="0F172B"/>
                </a:solidFill>
              </a:defRPr>
            </a:lvl8pPr>
            <a:lvl9pPr algn="l">
              <a:defRPr sz="1875" b="1">
                <a:solidFill>
                  <a:srgbClr val="0F172B"/>
                </a:solidFill>
              </a:defRPr>
            </a:lvl9pPr>
          </a:lstStyle>
          <a:p xmlns:a="http://schemas.openxmlformats.org/drawingml/2006/main">
            <a:pPr algn="l">
              <a:lnSpc>
                <a:spcPct val="108000"/>
              </a:lnSpc>
              <a:buNone/>
              <a:defRPr sz="1875" b="1">
                <a:solidFill>
                  <a:srgbClr val="0F172B"/>
                </a:solidFill>
              </a:defRPr>
            </a:pPr>
            <a:r>
              <a:rPr sz="1875" b="1">
                <a:solidFill>
                  <a:srgbClr val="0F172B"/>
                </a:solidFill>
              </a:rPr>
              <a:t>Parse</a:t>
            </a:r>
          </a:p>
        </p:txBody>
      </p:sp>
      <p:sp>
        <p:nvSpPr>
          <p:cNvPr id="19" name="step-detail-4">
            <a:extLst xmlns:a="http://schemas.openxmlformats.org/drawingml/2006/main">
              <a:ext uri="{FF2B5EF4-FFF2-40B4-BE49-F238E27FC236}">
                <a16:creationId xmlns:a16="http://schemas.microsoft.com/office/drawing/2014/main" id="{9D04DD4E-033E-4412-9BAA-D420BBF21363}"/>
              </a:ext>
            </a:extLst>
          </p:cNvPr>
          <p:cNvSpPr>
            <a:spLocks xmlns:a="http://schemas.openxmlformats.org/drawingml/2006/main" noGrp="1"/>
          </p:cNvSpPr>
          <p:nvPr/>
        </p:nvSpPr>
        <p:spPr>
          <a:xfrm xmlns:a="http://schemas.openxmlformats.org/drawingml/2006/main">
            <a:off x="3238500" y="43815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0">
                <a:solidFill>
                  <a:srgbClr val="45556C"/>
                </a:solidFill>
              </a:defRPr>
            </a:defPPr>
            <a:lvl1pPr algn="l">
              <a:defRPr sz="1425" b="0">
                <a:solidFill>
                  <a:srgbClr val="45556C"/>
                </a:solidFill>
              </a:defRPr>
            </a:lvl1pPr>
            <a:lvl2pPr algn="l">
              <a:defRPr sz="1425" b="0">
                <a:solidFill>
                  <a:srgbClr val="45556C"/>
                </a:solidFill>
              </a:defRPr>
            </a:lvl2pPr>
            <a:lvl3pPr algn="l">
              <a:defRPr sz="1425" b="0">
                <a:solidFill>
                  <a:srgbClr val="45556C"/>
                </a:solidFill>
              </a:defRPr>
            </a:lvl3pPr>
            <a:lvl4pPr algn="l">
              <a:defRPr sz="1425" b="0">
                <a:solidFill>
                  <a:srgbClr val="45556C"/>
                </a:solidFill>
              </a:defRPr>
            </a:lvl4pPr>
            <a:lvl5pPr algn="l">
              <a:defRPr sz="1425" b="0">
                <a:solidFill>
                  <a:srgbClr val="45556C"/>
                </a:solidFill>
              </a:defRPr>
            </a:lvl5pPr>
            <a:lvl6pPr algn="l">
              <a:defRPr sz="1425" b="0">
                <a:solidFill>
                  <a:srgbClr val="45556C"/>
                </a:solidFill>
              </a:defRPr>
            </a:lvl6pPr>
            <a:lvl7pPr algn="l">
              <a:defRPr sz="1425" b="0">
                <a:solidFill>
                  <a:srgbClr val="45556C"/>
                </a:solidFill>
              </a:defRPr>
            </a:lvl7pPr>
            <a:lvl8pPr algn="l">
              <a:defRPr sz="1425" b="0">
                <a:solidFill>
                  <a:srgbClr val="45556C"/>
                </a:solidFill>
              </a:defRPr>
            </a:lvl8pPr>
            <a:lvl9pPr algn="l">
              <a:defRPr sz="1425" b="0">
                <a:solidFill>
                  <a:srgbClr val="45556C"/>
                </a:solidFill>
              </a:defRPr>
            </a:lvl9pPr>
          </a:lstStyle>
          <a:p xmlns:a="http://schemas.openxmlformats.org/drawingml/2006/main">
            <a:pPr algn="l">
              <a:lnSpc>
                <a:spcPct val="108000"/>
              </a:lnSpc>
              <a:buNone/>
              <a:defRPr sz="1425" b="0">
                <a:solidFill>
                  <a:srgbClr val="45556C"/>
                </a:solidFill>
              </a:defRPr>
            </a:pPr>
            <a:r>
              <a:rPr sz="1425" b="0">
                <a:solidFill>
                  <a:srgbClr val="45556C"/>
                </a:solidFill>
              </a:rPr>
              <a:t>Store page-located chunks</a:t>
            </a:r>
          </a:p>
        </p:txBody>
      </p:sp>
      <p:sp>
        <p:nvSpPr>
          <p:cNvPr id="20" name="step-line-4">
            <a:extLst xmlns:a="http://schemas.openxmlformats.org/drawingml/2006/main">
              <a:ext uri="{FF2B5EF4-FFF2-40B4-BE49-F238E27FC236}">
                <a16:creationId xmlns:a16="http://schemas.microsoft.com/office/drawing/2014/main" id="{E0331400-46D2-4E93-AB3C-CE9B3A2C6BE6}"/>
              </a:ext>
            </a:extLst>
          </p:cNvPr>
          <p:cNvSpPr>
            <a:spLocks xmlns:a="http://schemas.openxmlformats.org/drawingml/2006/main" noGrp="1"/>
          </p:cNvSpPr>
          <p:nvPr/>
        </p:nvSpPr>
        <p:spPr>
          <a:xfrm xmlns:a="http://schemas.openxmlformats.org/drawingml/2006/main">
            <a:off x="876300" y="4876800"/>
            <a:ext cx="9906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21" name="step-number-5">
            <a:extLst xmlns:a="http://schemas.openxmlformats.org/drawingml/2006/main">
              <a:ext uri="{FF2B5EF4-FFF2-40B4-BE49-F238E27FC236}">
                <a16:creationId xmlns:a16="http://schemas.microsoft.com/office/drawing/2014/main" id="{BBF8B99A-C77F-4F84-BD23-1C614A7A32A9}"/>
              </a:ext>
            </a:extLst>
          </p:cNvPr>
          <p:cNvSpPr>
            <a:spLocks xmlns:a="http://schemas.openxmlformats.org/drawingml/2006/main" noGrp="1"/>
          </p:cNvSpPr>
          <p:nvPr/>
        </p:nvSpPr>
        <p:spPr>
          <a:xfrm xmlns:a="http://schemas.openxmlformats.org/drawingml/2006/main">
            <a:off x="876300" y="5200650"/>
            <a:ext cx="304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1">
                <a:solidFill>
                  <a:srgbClr val="0084D1"/>
                </a:solidFill>
              </a:defRPr>
            </a:defPPr>
            <a:lvl1pPr algn="ctr">
              <a:defRPr sz="1350" b="1">
                <a:solidFill>
                  <a:srgbClr val="0084D1"/>
                </a:solidFill>
              </a:defRPr>
            </a:lvl1pPr>
            <a:lvl2pPr algn="ctr">
              <a:defRPr sz="1350" b="1">
                <a:solidFill>
                  <a:srgbClr val="0084D1"/>
                </a:solidFill>
              </a:defRPr>
            </a:lvl2pPr>
            <a:lvl3pPr algn="ctr">
              <a:defRPr sz="1350" b="1">
                <a:solidFill>
                  <a:srgbClr val="0084D1"/>
                </a:solidFill>
              </a:defRPr>
            </a:lvl3pPr>
            <a:lvl4pPr algn="ctr">
              <a:defRPr sz="1350" b="1">
                <a:solidFill>
                  <a:srgbClr val="0084D1"/>
                </a:solidFill>
              </a:defRPr>
            </a:lvl4pPr>
            <a:lvl5pPr algn="ctr">
              <a:defRPr sz="1350" b="1">
                <a:solidFill>
                  <a:srgbClr val="0084D1"/>
                </a:solidFill>
              </a:defRPr>
            </a:lvl5pPr>
            <a:lvl6pPr algn="ctr">
              <a:defRPr sz="1350" b="1">
                <a:solidFill>
                  <a:srgbClr val="0084D1"/>
                </a:solidFill>
              </a:defRPr>
            </a:lvl6pPr>
            <a:lvl7pPr algn="ctr">
              <a:defRPr sz="1350" b="1">
                <a:solidFill>
                  <a:srgbClr val="0084D1"/>
                </a:solidFill>
              </a:defRPr>
            </a:lvl7pPr>
            <a:lvl8pPr algn="ctr">
              <a:defRPr sz="1350" b="1">
                <a:solidFill>
                  <a:srgbClr val="0084D1"/>
                </a:solidFill>
              </a:defRPr>
            </a:lvl8pPr>
            <a:lvl9pPr algn="ctr">
              <a:defRPr sz="1350" b="1">
                <a:solidFill>
                  <a:srgbClr val="0084D1"/>
                </a:solidFill>
              </a:defRPr>
            </a:lvl9pPr>
          </a:lstStyle>
          <a:p xmlns:a="http://schemas.openxmlformats.org/drawingml/2006/main">
            <a:pPr algn="ctr">
              <a:lnSpc>
                <a:spcPct val="108000"/>
              </a:lnSpc>
              <a:buNone/>
              <a:defRPr sz="1350" b="1">
                <a:solidFill>
                  <a:srgbClr val="0084D1"/>
                </a:solidFill>
              </a:defRPr>
            </a:pPr>
            <a:r>
              <a:rPr sz="1350" b="1">
                <a:solidFill>
                  <a:srgbClr val="0084D1"/>
                </a:solidFill>
              </a:rPr>
              <a:t>5</a:t>
            </a:r>
          </a:p>
        </p:txBody>
      </p:sp>
      <p:sp>
        <p:nvSpPr>
          <p:cNvPr id="22" name="step-label-5">
            <a:extLst xmlns:a="http://schemas.openxmlformats.org/drawingml/2006/main">
              <a:ext uri="{FF2B5EF4-FFF2-40B4-BE49-F238E27FC236}">
                <a16:creationId xmlns:a16="http://schemas.microsoft.com/office/drawing/2014/main" id="{D1940E11-9405-408E-8F1A-243516CFEB81}"/>
              </a:ext>
            </a:extLst>
          </p:cNvPr>
          <p:cNvSpPr>
            <a:spLocks xmlns:a="http://schemas.openxmlformats.org/drawingml/2006/main" noGrp="1"/>
          </p:cNvSpPr>
          <p:nvPr/>
        </p:nvSpPr>
        <p:spPr>
          <a:xfrm xmlns:a="http://schemas.openxmlformats.org/drawingml/2006/main">
            <a:off x="1466850" y="5105400"/>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1">
                <a:solidFill>
                  <a:srgbClr val="0F172B"/>
                </a:solidFill>
              </a:defRPr>
            </a:defPPr>
            <a:lvl1pPr algn="l">
              <a:defRPr sz="1875" b="1">
                <a:solidFill>
                  <a:srgbClr val="0F172B"/>
                </a:solidFill>
              </a:defRPr>
            </a:lvl1pPr>
            <a:lvl2pPr algn="l">
              <a:defRPr sz="1875" b="1">
                <a:solidFill>
                  <a:srgbClr val="0F172B"/>
                </a:solidFill>
              </a:defRPr>
            </a:lvl2pPr>
            <a:lvl3pPr algn="l">
              <a:defRPr sz="1875" b="1">
                <a:solidFill>
                  <a:srgbClr val="0F172B"/>
                </a:solidFill>
              </a:defRPr>
            </a:lvl3pPr>
            <a:lvl4pPr algn="l">
              <a:defRPr sz="1875" b="1">
                <a:solidFill>
                  <a:srgbClr val="0F172B"/>
                </a:solidFill>
              </a:defRPr>
            </a:lvl4pPr>
            <a:lvl5pPr algn="l">
              <a:defRPr sz="1875" b="1">
                <a:solidFill>
                  <a:srgbClr val="0F172B"/>
                </a:solidFill>
              </a:defRPr>
            </a:lvl5pPr>
            <a:lvl6pPr algn="l">
              <a:defRPr sz="1875" b="1">
                <a:solidFill>
                  <a:srgbClr val="0F172B"/>
                </a:solidFill>
              </a:defRPr>
            </a:lvl6pPr>
            <a:lvl7pPr algn="l">
              <a:defRPr sz="1875" b="1">
                <a:solidFill>
                  <a:srgbClr val="0F172B"/>
                </a:solidFill>
              </a:defRPr>
            </a:lvl7pPr>
            <a:lvl8pPr algn="l">
              <a:defRPr sz="1875" b="1">
                <a:solidFill>
                  <a:srgbClr val="0F172B"/>
                </a:solidFill>
              </a:defRPr>
            </a:lvl8pPr>
            <a:lvl9pPr algn="l">
              <a:defRPr sz="1875" b="1">
                <a:solidFill>
                  <a:srgbClr val="0F172B"/>
                </a:solidFill>
              </a:defRPr>
            </a:lvl9pPr>
          </a:lstStyle>
          <a:p xmlns:a="http://schemas.openxmlformats.org/drawingml/2006/main">
            <a:pPr algn="l">
              <a:lnSpc>
                <a:spcPct val="108000"/>
              </a:lnSpc>
              <a:buNone/>
              <a:defRPr sz="1875" b="1">
                <a:solidFill>
                  <a:srgbClr val="0F172B"/>
                </a:solidFill>
              </a:defRPr>
            </a:pPr>
            <a:r>
              <a:rPr sz="1875" b="1">
                <a:solidFill>
                  <a:srgbClr val="0F172B"/>
                </a:solidFill>
              </a:rPr>
              <a:t>Search</a:t>
            </a:r>
          </a:p>
        </p:txBody>
      </p:sp>
      <p:sp>
        <p:nvSpPr>
          <p:cNvPr id="23" name="step-detail-5">
            <a:extLst xmlns:a="http://schemas.openxmlformats.org/drawingml/2006/main">
              <a:ext uri="{FF2B5EF4-FFF2-40B4-BE49-F238E27FC236}">
                <a16:creationId xmlns:a16="http://schemas.microsoft.com/office/drawing/2014/main" id="{15B97E33-9B4C-492A-AA54-750A2C8699CE}"/>
              </a:ext>
            </a:extLst>
          </p:cNvPr>
          <p:cNvSpPr>
            <a:spLocks xmlns:a="http://schemas.openxmlformats.org/drawingml/2006/main" noGrp="1"/>
          </p:cNvSpPr>
          <p:nvPr/>
        </p:nvSpPr>
        <p:spPr>
          <a:xfrm xmlns:a="http://schemas.openxmlformats.org/drawingml/2006/main">
            <a:off x="3238500" y="512445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0">
                <a:solidFill>
                  <a:srgbClr val="45556C"/>
                </a:solidFill>
              </a:defRPr>
            </a:defPPr>
            <a:lvl1pPr algn="l">
              <a:defRPr sz="1425" b="0">
                <a:solidFill>
                  <a:srgbClr val="45556C"/>
                </a:solidFill>
              </a:defRPr>
            </a:lvl1pPr>
            <a:lvl2pPr algn="l">
              <a:defRPr sz="1425" b="0">
                <a:solidFill>
                  <a:srgbClr val="45556C"/>
                </a:solidFill>
              </a:defRPr>
            </a:lvl2pPr>
            <a:lvl3pPr algn="l">
              <a:defRPr sz="1425" b="0">
                <a:solidFill>
                  <a:srgbClr val="45556C"/>
                </a:solidFill>
              </a:defRPr>
            </a:lvl3pPr>
            <a:lvl4pPr algn="l">
              <a:defRPr sz="1425" b="0">
                <a:solidFill>
                  <a:srgbClr val="45556C"/>
                </a:solidFill>
              </a:defRPr>
            </a:lvl4pPr>
            <a:lvl5pPr algn="l">
              <a:defRPr sz="1425" b="0">
                <a:solidFill>
                  <a:srgbClr val="45556C"/>
                </a:solidFill>
              </a:defRPr>
            </a:lvl5pPr>
            <a:lvl6pPr algn="l">
              <a:defRPr sz="1425" b="0">
                <a:solidFill>
                  <a:srgbClr val="45556C"/>
                </a:solidFill>
              </a:defRPr>
            </a:lvl6pPr>
            <a:lvl7pPr algn="l">
              <a:defRPr sz="1425" b="0">
                <a:solidFill>
                  <a:srgbClr val="45556C"/>
                </a:solidFill>
              </a:defRPr>
            </a:lvl7pPr>
            <a:lvl8pPr algn="l">
              <a:defRPr sz="1425" b="0">
                <a:solidFill>
                  <a:srgbClr val="45556C"/>
                </a:solidFill>
              </a:defRPr>
            </a:lvl8pPr>
            <a:lvl9pPr algn="l">
              <a:defRPr sz="1425" b="0">
                <a:solidFill>
                  <a:srgbClr val="45556C"/>
                </a:solidFill>
              </a:defRPr>
            </a:lvl9pPr>
          </a:lstStyle>
          <a:p xmlns:a="http://schemas.openxmlformats.org/drawingml/2006/main">
            <a:pPr algn="l">
              <a:lnSpc>
                <a:spcPct val="108000"/>
              </a:lnSpc>
              <a:buNone/>
              <a:defRPr sz="1425" b="0">
                <a:solidFill>
                  <a:srgbClr val="45556C"/>
                </a:solidFill>
              </a:defRPr>
            </a:pPr>
            <a:r>
              <a:rPr sz="1425" b="0">
                <a:solidFill>
                  <a:srgbClr val="45556C"/>
                </a:solidFill>
              </a:rPr>
              <a:t>Return the current chunk and open its page</a:t>
            </a:r>
          </a:p>
        </p:txBody>
      </p:sp>
      <p:sp>
        <p:nvSpPr>
          <p:cNvPr id="24" name="step-line-5">
            <a:extLst xmlns:a="http://schemas.openxmlformats.org/drawingml/2006/main">
              <a:ext uri="{FF2B5EF4-FFF2-40B4-BE49-F238E27FC236}">
                <a16:creationId xmlns:a16="http://schemas.microsoft.com/office/drawing/2014/main" id="{DDF6C909-E37E-4B55-8C27-84DF0B4A03BE}"/>
              </a:ext>
            </a:extLst>
          </p:cNvPr>
          <p:cNvSpPr>
            <a:spLocks xmlns:a="http://schemas.openxmlformats.org/drawingml/2006/main" noGrp="1"/>
          </p:cNvSpPr>
          <p:nvPr/>
        </p:nvSpPr>
        <p:spPr>
          <a:xfrm xmlns:a="http://schemas.openxmlformats.org/drawingml/2006/main">
            <a:off x="876300" y="5619750"/>
            <a:ext cx="99060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25" name="footer">
            <a:extLst xmlns:a="http://schemas.openxmlformats.org/drawingml/2006/main">
              <a:ext uri="{FF2B5EF4-FFF2-40B4-BE49-F238E27FC236}">
                <a16:creationId xmlns:a16="http://schemas.microsoft.com/office/drawing/2014/main" id="{6ABCCAAB-0AC8-4F2F-8F26-B06BB0F4FC92}"/>
              </a:ext>
            </a:extLst>
          </p:cNvPr>
          <p:cNvSpPr>
            <a:spLocks xmlns:a="http://schemas.openxmlformats.org/drawingml/2006/main" noGrp="1"/>
          </p:cNvSpPr>
          <p:nvPr/>
        </p:nvSpPr>
        <p:spPr>
          <a:xfrm xmlns:a="http://schemas.openxmlformats.org/drawingml/2006/main">
            <a:off x="685800" y="6419850"/>
            <a:ext cx="10820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750" b="0">
                <a:solidFill>
                  <a:srgbClr val="90A1B9"/>
                </a:solidFill>
              </a:defRPr>
            </a:defPPr>
            <a:lvl1pPr algn="l">
              <a:defRPr sz="750" b="0">
                <a:solidFill>
                  <a:srgbClr val="90A1B9"/>
                </a:solidFill>
              </a:defRPr>
            </a:lvl1pPr>
            <a:lvl2pPr algn="l">
              <a:defRPr sz="750" b="0">
                <a:solidFill>
                  <a:srgbClr val="90A1B9"/>
                </a:solidFill>
              </a:defRPr>
            </a:lvl2pPr>
            <a:lvl3pPr algn="l">
              <a:defRPr sz="750" b="0">
                <a:solidFill>
                  <a:srgbClr val="90A1B9"/>
                </a:solidFill>
              </a:defRPr>
            </a:lvl3pPr>
            <a:lvl4pPr algn="l">
              <a:defRPr sz="750" b="0">
                <a:solidFill>
                  <a:srgbClr val="90A1B9"/>
                </a:solidFill>
              </a:defRPr>
            </a:lvl4pPr>
            <a:lvl5pPr algn="l">
              <a:defRPr sz="750" b="0">
                <a:solidFill>
                  <a:srgbClr val="90A1B9"/>
                </a:solidFill>
              </a:defRPr>
            </a:lvl5pPr>
            <a:lvl6pPr algn="l">
              <a:defRPr sz="750" b="0">
                <a:solidFill>
                  <a:srgbClr val="90A1B9"/>
                </a:solidFill>
              </a:defRPr>
            </a:lvl6pPr>
            <a:lvl7pPr algn="l">
              <a:defRPr sz="750" b="0">
                <a:solidFill>
                  <a:srgbClr val="90A1B9"/>
                </a:solidFill>
              </a:defRPr>
            </a:lvl7pPr>
            <a:lvl8pPr algn="l">
              <a:defRPr sz="750" b="0">
                <a:solidFill>
                  <a:srgbClr val="90A1B9"/>
                </a:solidFill>
              </a:defRPr>
            </a:lvl8pPr>
            <a:lvl9pPr algn="l">
              <a:defRPr sz="750" b="0">
                <a:solidFill>
                  <a:srgbClr val="90A1B9"/>
                </a:solidFill>
              </a:defRPr>
            </a:lvl9pPr>
          </a:lstStyle>
          <a:p xmlns:a="http://schemas.openxmlformats.org/drawingml/2006/main">
            <a:pPr algn="l">
              <a:lnSpc>
                <a:spcPct val="108000"/>
              </a:lnSpc>
              <a:buNone/>
              <a:defRPr sz="750" b="0">
                <a:solidFill>
                  <a:srgbClr val="90A1B9"/>
                </a:solidFill>
              </a:defRPr>
            </a:pPr>
            <a:r>
              <a:rPr sz="750" b="0">
                <a:solidFill>
                  <a:srgbClr val="90A1B9"/>
                </a:solidFill>
              </a:rPr>
              <a:t>The API creates durable intent. The worker owns processing. The client reads committed state.</a:t>
            </a:r>
          </a:p>
        </p:txBody>
      </p:sp>
    </p:spTree>
    <p:extLst>
      <p:ext uri="{BB962C8B-B14F-4D97-AF65-F5344CB8AC3E}">
        <p14:creationId xmlns:p14="http://schemas.microsoft.com/office/powerpoint/2010/main" val="268139092"/>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3" name="eyebrow">
            <a:extLst xmlns:a="http://schemas.openxmlformats.org/drawingml/2006/main">
              <a:ext uri="{FF2B5EF4-FFF2-40B4-BE49-F238E27FC236}">
                <a16:creationId xmlns:a16="http://schemas.microsoft.com/office/drawing/2014/main" id="{5414C82E-5719-42B3-8861-D20837F64529}"/>
              </a:ext>
            </a:extLst>
          </p:cNvPr>
          <p:cNvSpPr>
            <a:spLocks xmlns:a="http://schemas.openxmlformats.org/drawingml/2006/main" noGrp="1"/>
          </p:cNvSpPr>
          <p:nvPr/>
        </p:nvSpPr>
        <p:spPr>
          <a:xfrm xmlns:a="http://schemas.openxmlformats.org/drawingml/2006/main">
            <a:off x="685800" y="26670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900" b="1">
                <a:solidFill>
                  <a:srgbClr val="62748E"/>
                </a:solidFill>
              </a:defRPr>
            </a:defPPr>
            <a:lvl1pPr algn="l">
              <a:defRPr sz="900" b="1">
                <a:solidFill>
                  <a:srgbClr val="62748E"/>
                </a:solidFill>
              </a:defRPr>
            </a:lvl1pPr>
            <a:lvl2pPr algn="l">
              <a:defRPr sz="900" b="1">
                <a:solidFill>
                  <a:srgbClr val="62748E"/>
                </a:solidFill>
              </a:defRPr>
            </a:lvl2pPr>
            <a:lvl3pPr algn="l">
              <a:defRPr sz="900" b="1">
                <a:solidFill>
                  <a:srgbClr val="62748E"/>
                </a:solidFill>
              </a:defRPr>
            </a:lvl3pPr>
            <a:lvl4pPr algn="l">
              <a:defRPr sz="900" b="1">
                <a:solidFill>
                  <a:srgbClr val="62748E"/>
                </a:solidFill>
              </a:defRPr>
            </a:lvl4pPr>
            <a:lvl5pPr algn="l">
              <a:defRPr sz="900" b="1">
                <a:solidFill>
                  <a:srgbClr val="62748E"/>
                </a:solidFill>
              </a:defRPr>
            </a:lvl5pPr>
            <a:lvl6pPr algn="l">
              <a:defRPr sz="900" b="1">
                <a:solidFill>
                  <a:srgbClr val="62748E"/>
                </a:solidFill>
              </a:defRPr>
            </a:lvl6pPr>
            <a:lvl7pPr algn="l">
              <a:defRPr sz="900" b="1">
                <a:solidFill>
                  <a:srgbClr val="62748E"/>
                </a:solidFill>
              </a:defRPr>
            </a:lvl7pPr>
            <a:lvl8pPr algn="l">
              <a:defRPr sz="900" b="1">
                <a:solidFill>
                  <a:srgbClr val="62748E"/>
                </a:solidFill>
              </a:defRPr>
            </a:lvl8pPr>
            <a:lvl9pPr algn="l">
              <a:defRPr sz="900" b="1">
                <a:solidFill>
                  <a:srgbClr val="62748E"/>
                </a:solidFill>
              </a:defRPr>
            </a:lvl9pPr>
          </a:lstStyle>
          <a:p xmlns:a="http://schemas.openxmlformats.org/drawingml/2006/main">
            <a:pPr algn="l">
              <a:lnSpc>
                <a:spcPct val="108000"/>
              </a:lnSpc>
              <a:buNone/>
              <a:defRPr sz="900" b="1">
                <a:solidFill>
                  <a:srgbClr val="62748E"/>
                </a:solidFill>
              </a:defRPr>
            </a:pPr>
            <a:r>
              <a:rPr sz="900" b="1">
                <a:solidFill>
                  <a:srgbClr val="62748E"/>
                </a:solidFill>
              </a:rPr>
              <a:t>TEAM 11  /  A / SCAN</a:t>
            </a:r>
          </a:p>
        </p:txBody>
      </p:sp>
      <p:sp>
        <p:nvSpPr>
          <p:cNvPr id="2" name="page">
            <a:extLst xmlns:a="http://schemas.openxmlformats.org/drawingml/2006/main">
              <a:ext uri="{FF2B5EF4-FFF2-40B4-BE49-F238E27FC236}">
                <a16:creationId xmlns:a16="http://schemas.microsoft.com/office/drawing/2014/main" id="{F5677424-1604-4CAB-A291-3A202EE24E70}"/>
              </a:ext>
            </a:extLst>
          </p:cNvPr>
          <p:cNvSpPr>
            <a:spLocks xmlns:a="http://schemas.openxmlformats.org/drawingml/2006/main" noGrp="1"/>
          </p:cNvSpPr>
          <p:nvPr/>
        </p:nvSpPr>
        <p:spPr>
          <a:xfrm xmlns:a="http://schemas.openxmlformats.org/drawingml/2006/main">
            <a:off x="11049000" y="2476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900" b="1">
                <a:solidFill>
                  <a:srgbClr val="90A1B9"/>
                </a:solidFill>
              </a:defRPr>
            </a:defPPr>
            <a:lvl1pPr algn="r">
              <a:defRPr sz="900" b="1">
                <a:solidFill>
                  <a:srgbClr val="90A1B9"/>
                </a:solidFill>
              </a:defRPr>
            </a:lvl1pPr>
            <a:lvl2pPr algn="r">
              <a:defRPr sz="900" b="1">
                <a:solidFill>
                  <a:srgbClr val="90A1B9"/>
                </a:solidFill>
              </a:defRPr>
            </a:lvl2pPr>
            <a:lvl3pPr algn="r">
              <a:defRPr sz="900" b="1">
                <a:solidFill>
                  <a:srgbClr val="90A1B9"/>
                </a:solidFill>
              </a:defRPr>
            </a:lvl3pPr>
            <a:lvl4pPr algn="r">
              <a:defRPr sz="900" b="1">
                <a:solidFill>
                  <a:srgbClr val="90A1B9"/>
                </a:solidFill>
              </a:defRPr>
            </a:lvl4pPr>
            <a:lvl5pPr algn="r">
              <a:defRPr sz="900" b="1">
                <a:solidFill>
                  <a:srgbClr val="90A1B9"/>
                </a:solidFill>
              </a:defRPr>
            </a:lvl5pPr>
            <a:lvl6pPr algn="r">
              <a:defRPr sz="900" b="1">
                <a:solidFill>
                  <a:srgbClr val="90A1B9"/>
                </a:solidFill>
              </a:defRPr>
            </a:lvl6pPr>
            <a:lvl7pPr algn="r">
              <a:defRPr sz="900" b="1">
                <a:solidFill>
                  <a:srgbClr val="90A1B9"/>
                </a:solidFill>
              </a:defRPr>
            </a:lvl7pPr>
            <a:lvl8pPr algn="r">
              <a:defRPr sz="900" b="1">
                <a:solidFill>
                  <a:srgbClr val="90A1B9"/>
                </a:solidFill>
              </a:defRPr>
            </a:lvl8pPr>
            <a:lvl9pPr algn="r">
              <a:defRPr sz="900" b="1">
                <a:solidFill>
                  <a:srgbClr val="90A1B9"/>
                </a:solidFill>
              </a:defRPr>
            </a:lvl9pPr>
          </a:lstStyle>
          <a:p xmlns:a="http://schemas.openxmlformats.org/drawingml/2006/main">
            <a:pPr algn="r">
              <a:lnSpc>
                <a:spcPct val="108000"/>
              </a:lnSpc>
              <a:buNone/>
              <a:defRPr sz="900" b="1">
                <a:solidFill>
                  <a:srgbClr val="90A1B9"/>
                </a:solidFill>
              </a:defRPr>
            </a:pPr>
            <a:r>
              <a:rPr sz="900" b="1">
                <a:solidFill>
                  <a:srgbClr val="90A1B9"/>
                </a:solidFill>
              </a:rPr>
              <a:t>04</a:t>
            </a:r>
          </a:p>
        </p:txBody>
      </p:sp>
      <p:sp>
        <p:nvSpPr>
          <p:cNvPr id="3" name="scan-rule">
            <a:extLst xmlns:a="http://schemas.openxmlformats.org/drawingml/2006/main">
              <a:ext uri="{FF2B5EF4-FFF2-40B4-BE49-F238E27FC236}">
                <a16:creationId xmlns:a16="http://schemas.microsoft.com/office/drawing/2014/main" id="{760C8BC5-56ED-4A82-908D-350E06ACBC7E}"/>
              </a:ext>
            </a:extLst>
          </p:cNvPr>
          <p:cNvSpPr>
            <a:spLocks xmlns:a="http://schemas.openxmlformats.org/drawingml/2006/main" noGrp="1"/>
          </p:cNvSpPr>
          <p:nvPr/>
        </p:nvSpPr>
        <p:spPr>
          <a:xfrm xmlns:a="http://schemas.openxmlformats.org/drawingml/2006/main">
            <a:off x="685800" y="552450"/>
            <a:ext cx="514350" cy="47625"/>
          </a:xfrm>
          <a:prstGeom xmlns:a="http://schemas.openxmlformats.org/drawingml/2006/main" prst="rect">
            <a:avLst/>
          </a:prstGeom>
          <a:solidFill xmlns:a="http://schemas.openxmlformats.org/drawingml/2006/main">
            <a:srgbClr val="0084D1"/>
          </a:solidFill>
          <a:ln xmlns:a="http://schemas.openxmlformats.org/drawingml/2006/main" w="0">
            <a:noFill/>
            <a:prstDash val="solid"/>
          </a:ln>
        </p:spPr>
      </p:sp>
      <p:sp>
        <p:nvSpPr>
          <p:cNvPr id="4" name="title">
            <a:extLst xmlns:a="http://schemas.openxmlformats.org/drawingml/2006/main">
              <a:ext uri="{FF2B5EF4-FFF2-40B4-BE49-F238E27FC236}">
                <a16:creationId xmlns:a16="http://schemas.microsoft.com/office/drawing/2014/main" id="{37EA05F5-9B42-44D6-AB64-0BB1B22E9F18}"/>
              </a:ext>
            </a:extLst>
          </p:cNvPr>
          <p:cNvSpPr>
            <a:spLocks xmlns:a="http://schemas.openxmlformats.org/drawingml/2006/main" noGrp="1"/>
          </p:cNvSpPr>
          <p:nvPr/>
        </p:nvSpPr>
        <p:spPr>
          <a:xfrm xmlns:a="http://schemas.openxmlformats.org/drawingml/2006/main">
            <a:off x="685800" y="685800"/>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00" b="1">
                <a:solidFill>
                  <a:srgbClr val="020618"/>
                </a:solidFill>
              </a:defRPr>
            </a:defPPr>
            <a:lvl1pPr algn="l">
              <a:defRPr sz="3000" b="1">
                <a:solidFill>
                  <a:srgbClr val="020618"/>
                </a:solidFill>
              </a:defRPr>
            </a:lvl1pPr>
            <a:lvl2pPr algn="l">
              <a:defRPr sz="3000" b="1">
                <a:solidFill>
                  <a:srgbClr val="020618"/>
                </a:solidFill>
              </a:defRPr>
            </a:lvl2pPr>
            <a:lvl3pPr algn="l">
              <a:defRPr sz="3000" b="1">
                <a:solidFill>
                  <a:srgbClr val="020618"/>
                </a:solidFill>
              </a:defRPr>
            </a:lvl3pPr>
            <a:lvl4pPr algn="l">
              <a:defRPr sz="3000" b="1">
                <a:solidFill>
                  <a:srgbClr val="020618"/>
                </a:solidFill>
              </a:defRPr>
            </a:lvl4pPr>
            <a:lvl5pPr algn="l">
              <a:defRPr sz="3000" b="1">
                <a:solidFill>
                  <a:srgbClr val="020618"/>
                </a:solidFill>
              </a:defRPr>
            </a:lvl5pPr>
            <a:lvl6pPr algn="l">
              <a:defRPr sz="3000" b="1">
                <a:solidFill>
                  <a:srgbClr val="020618"/>
                </a:solidFill>
              </a:defRPr>
            </a:lvl6pPr>
            <a:lvl7pPr algn="l">
              <a:defRPr sz="3000" b="1">
                <a:solidFill>
                  <a:srgbClr val="020618"/>
                </a:solidFill>
              </a:defRPr>
            </a:lvl7pPr>
            <a:lvl8pPr algn="l">
              <a:defRPr sz="3000" b="1">
                <a:solidFill>
                  <a:srgbClr val="020618"/>
                </a:solidFill>
              </a:defRPr>
            </a:lvl8pPr>
            <a:lvl9pPr algn="l">
              <a:defRPr sz="3000" b="1">
                <a:solidFill>
                  <a:srgbClr val="020618"/>
                </a:solidFill>
              </a:defRPr>
            </a:lvl9pPr>
          </a:lstStyle>
          <a:p xmlns:a="http://schemas.openxmlformats.org/drawingml/2006/main">
            <a:pPr algn="l">
              <a:lnSpc>
                <a:spcPct val="105000"/>
              </a:lnSpc>
              <a:buNone/>
              <a:defRPr sz="3000" b="1">
                <a:solidFill>
                  <a:srgbClr val="020618"/>
                </a:solidFill>
              </a:defRPr>
            </a:pPr>
            <a:r>
              <a:rPr sz="3000" b="1">
                <a:solidFill>
                  <a:srgbClr val="020618"/>
                </a:solidFill>
              </a:rPr>
              <a:t>Version identity makes repeat scans safe</a:t>
            </a:r>
          </a:p>
        </p:txBody>
      </p:sp>
      <p:sp>
        <p:nvSpPr>
          <p:cNvPr id="5" name="scan-metric-1">
            <a:extLst xmlns:a="http://schemas.openxmlformats.org/drawingml/2006/main">
              <a:ext uri="{FF2B5EF4-FFF2-40B4-BE49-F238E27FC236}">
                <a16:creationId xmlns:a16="http://schemas.microsoft.com/office/drawing/2014/main" id="{2B431240-86F1-4940-A006-2DE488F62A57}"/>
              </a:ext>
            </a:extLst>
          </p:cNvPr>
          <p:cNvSpPr>
            <a:spLocks xmlns:a="http://schemas.openxmlformats.org/drawingml/2006/main" noGrp="1"/>
          </p:cNvSpPr>
          <p:nvPr/>
        </p:nvSpPr>
        <p:spPr>
          <a:xfrm xmlns:a="http://schemas.openxmlformats.org/drawingml/2006/main">
            <a:off x="800100" y="2247900"/>
            <a:ext cx="1809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1">
                <a:solidFill>
                  <a:srgbClr val="0069A8"/>
                </a:solidFill>
              </a:defRPr>
            </a:defPPr>
            <a:lvl1pPr algn="l">
              <a:defRPr sz="5400" b="1">
                <a:solidFill>
                  <a:srgbClr val="0069A8"/>
                </a:solidFill>
              </a:defRPr>
            </a:lvl1pPr>
            <a:lvl2pPr algn="l">
              <a:defRPr sz="5400" b="1">
                <a:solidFill>
                  <a:srgbClr val="0069A8"/>
                </a:solidFill>
              </a:defRPr>
            </a:lvl2pPr>
            <a:lvl3pPr algn="l">
              <a:defRPr sz="5400" b="1">
                <a:solidFill>
                  <a:srgbClr val="0069A8"/>
                </a:solidFill>
              </a:defRPr>
            </a:lvl3pPr>
            <a:lvl4pPr algn="l">
              <a:defRPr sz="5400" b="1">
                <a:solidFill>
                  <a:srgbClr val="0069A8"/>
                </a:solidFill>
              </a:defRPr>
            </a:lvl4pPr>
            <a:lvl5pPr algn="l">
              <a:defRPr sz="5400" b="1">
                <a:solidFill>
                  <a:srgbClr val="0069A8"/>
                </a:solidFill>
              </a:defRPr>
            </a:lvl5pPr>
            <a:lvl6pPr algn="l">
              <a:defRPr sz="5400" b="1">
                <a:solidFill>
                  <a:srgbClr val="0069A8"/>
                </a:solidFill>
              </a:defRPr>
            </a:lvl6pPr>
            <a:lvl7pPr algn="l">
              <a:defRPr sz="5400" b="1">
                <a:solidFill>
                  <a:srgbClr val="0069A8"/>
                </a:solidFill>
              </a:defRPr>
            </a:lvl7pPr>
            <a:lvl8pPr algn="l">
              <a:defRPr sz="5400" b="1">
                <a:solidFill>
                  <a:srgbClr val="0069A8"/>
                </a:solidFill>
              </a:defRPr>
            </a:lvl8pPr>
            <a:lvl9pPr algn="l">
              <a:defRPr sz="5400" b="1">
                <a:solidFill>
                  <a:srgbClr val="0069A8"/>
                </a:solidFill>
              </a:defRPr>
            </a:lvl9pPr>
          </a:lstStyle>
          <a:p xmlns:a="http://schemas.openxmlformats.org/drawingml/2006/main">
            <a:pPr algn="l">
              <a:lnSpc>
                <a:spcPct val="108000"/>
              </a:lnSpc>
              <a:buNone/>
              <a:defRPr sz="5400" b="1">
                <a:solidFill>
                  <a:srgbClr val="0069A8"/>
                </a:solidFill>
              </a:defRPr>
            </a:pPr>
            <a:r>
              <a:rPr sz="5400" b="1">
                <a:solidFill>
                  <a:srgbClr val="0069A8"/>
                </a:solidFill>
              </a:rPr>
              <a:t>16</a:t>
            </a:r>
          </a:p>
        </p:txBody>
      </p:sp>
      <p:sp>
        <p:nvSpPr>
          <p:cNvPr id="6" name="scan-metric-1-label">
            <a:extLst xmlns:a="http://schemas.openxmlformats.org/drawingml/2006/main">
              <a:ext uri="{FF2B5EF4-FFF2-40B4-BE49-F238E27FC236}">
                <a16:creationId xmlns:a16="http://schemas.microsoft.com/office/drawing/2014/main" id="{C8B9A4EA-D87F-4D30-92DC-FA528EC408AC}"/>
              </a:ext>
            </a:extLst>
          </p:cNvPr>
          <p:cNvSpPr>
            <a:spLocks xmlns:a="http://schemas.openxmlformats.org/drawingml/2006/main" noGrp="1"/>
          </p:cNvSpPr>
          <p:nvPr/>
        </p:nvSpPr>
        <p:spPr>
          <a:xfrm xmlns:a="http://schemas.openxmlformats.org/drawingml/2006/main">
            <a:off x="819150" y="29718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2748E"/>
                </a:solidFill>
              </a:defRPr>
            </a:defPPr>
            <a:lvl1pPr algn="l">
              <a:defRPr sz="1200" b="0">
                <a:solidFill>
                  <a:srgbClr val="62748E"/>
                </a:solidFill>
              </a:defRPr>
            </a:lvl1pPr>
            <a:lvl2pPr algn="l">
              <a:defRPr sz="1200" b="0">
                <a:solidFill>
                  <a:srgbClr val="62748E"/>
                </a:solidFill>
              </a:defRPr>
            </a:lvl2pPr>
            <a:lvl3pPr algn="l">
              <a:defRPr sz="1200" b="0">
                <a:solidFill>
                  <a:srgbClr val="62748E"/>
                </a:solidFill>
              </a:defRPr>
            </a:lvl3pPr>
            <a:lvl4pPr algn="l">
              <a:defRPr sz="1200" b="0">
                <a:solidFill>
                  <a:srgbClr val="62748E"/>
                </a:solidFill>
              </a:defRPr>
            </a:lvl4pPr>
            <a:lvl5pPr algn="l">
              <a:defRPr sz="1200" b="0">
                <a:solidFill>
                  <a:srgbClr val="62748E"/>
                </a:solidFill>
              </a:defRPr>
            </a:lvl5pPr>
            <a:lvl6pPr algn="l">
              <a:defRPr sz="1200" b="0">
                <a:solidFill>
                  <a:srgbClr val="62748E"/>
                </a:solidFill>
              </a:defRPr>
            </a:lvl6pPr>
            <a:lvl7pPr algn="l">
              <a:defRPr sz="1200" b="0">
                <a:solidFill>
                  <a:srgbClr val="62748E"/>
                </a:solidFill>
              </a:defRPr>
            </a:lvl7pPr>
            <a:lvl8pPr algn="l">
              <a:defRPr sz="1200" b="0">
                <a:solidFill>
                  <a:srgbClr val="62748E"/>
                </a:solidFill>
              </a:defRPr>
            </a:lvl8pPr>
            <a:lvl9pPr algn="l">
              <a:defRPr sz="1200" b="0">
                <a:solidFill>
                  <a:srgbClr val="62748E"/>
                </a:solidFill>
              </a:defRPr>
            </a:lvl9pPr>
          </a:lstStyle>
          <a:p xmlns:a="http://schemas.openxmlformats.org/drawingml/2006/main">
            <a:pPr algn="l">
              <a:lnSpc>
                <a:spcPct val="108000"/>
              </a:lnSpc>
              <a:buNone/>
              <a:defRPr sz="1200" b="0">
                <a:solidFill>
                  <a:srgbClr val="62748E"/>
                </a:solidFill>
              </a:defRPr>
            </a:pPr>
            <a:r>
              <a:rPr sz="1200" b="0">
                <a:solidFill>
                  <a:srgbClr val="62748E"/>
                </a:solidFill>
              </a:rPr>
              <a:t>files in the frozen corpus</a:t>
            </a:r>
          </a:p>
        </p:txBody>
      </p:sp>
      <p:sp>
        <p:nvSpPr>
          <p:cNvPr id="7" name="scan-metric-2">
            <a:extLst xmlns:a="http://schemas.openxmlformats.org/drawingml/2006/main">
              <a:ext uri="{FF2B5EF4-FFF2-40B4-BE49-F238E27FC236}">
                <a16:creationId xmlns:a16="http://schemas.microsoft.com/office/drawing/2014/main" id="{9C84FFE0-A738-41AC-893D-FF1C26EA8829}"/>
              </a:ext>
            </a:extLst>
          </p:cNvPr>
          <p:cNvSpPr>
            <a:spLocks xmlns:a="http://schemas.openxmlformats.org/drawingml/2006/main" noGrp="1"/>
          </p:cNvSpPr>
          <p:nvPr/>
        </p:nvSpPr>
        <p:spPr>
          <a:xfrm xmlns:a="http://schemas.openxmlformats.org/drawingml/2006/main">
            <a:off x="3143250" y="2247900"/>
            <a:ext cx="1809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1">
                <a:solidFill>
                  <a:srgbClr val="007A55"/>
                </a:solidFill>
              </a:defRPr>
            </a:defPPr>
            <a:lvl1pPr algn="l">
              <a:defRPr sz="5400" b="1">
                <a:solidFill>
                  <a:srgbClr val="007A55"/>
                </a:solidFill>
              </a:defRPr>
            </a:lvl1pPr>
            <a:lvl2pPr algn="l">
              <a:defRPr sz="5400" b="1">
                <a:solidFill>
                  <a:srgbClr val="007A55"/>
                </a:solidFill>
              </a:defRPr>
            </a:lvl2pPr>
            <a:lvl3pPr algn="l">
              <a:defRPr sz="5400" b="1">
                <a:solidFill>
                  <a:srgbClr val="007A55"/>
                </a:solidFill>
              </a:defRPr>
            </a:lvl3pPr>
            <a:lvl4pPr algn="l">
              <a:defRPr sz="5400" b="1">
                <a:solidFill>
                  <a:srgbClr val="007A55"/>
                </a:solidFill>
              </a:defRPr>
            </a:lvl4pPr>
            <a:lvl5pPr algn="l">
              <a:defRPr sz="5400" b="1">
                <a:solidFill>
                  <a:srgbClr val="007A55"/>
                </a:solidFill>
              </a:defRPr>
            </a:lvl5pPr>
            <a:lvl6pPr algn="l">
              <a:defRPr sz="5400" b="1">
                <a:solidFill>
                  <a:srgbClr val="007A55"/>
                </a:solidFill>
              </a:defRPr>
            </a:lvl6pPr>
            <a:lvl7pPr algn="l">
              <a:defRPr sz="5400" b="1">
                <a:solidFill>
                  <a:srgbClr val="007A55"/>
                </a:solidFill>
              </a:defRPr>
            </a:lvl7pPr>
            <a:lvl8pPr algn="l">
              <a:defRPr sz="5400" b="1">
                <a:solidFill>
                  <a:srgbClr val="007A55"/>
                </a:solidFill>
              </a:defRPr>
            </a:lvl8pPr>
            <a:lvl9pPr algn="l">
              <a:defRPr sz="5400" b="1">
                <a:solidFill>
                  <a:srgbClr val="007A55"/>
                </a:solidFill>
              </a:defRPr>
            </a:lvl9pPr>
          </a:lstStyle>
          <a:p xmlns:a="http://schemas.openxmlformats.org/drawingml/2006/main">
            <a:pPr algn="l">
              <a:lnSpc>
                <a:spcPct val="108000"/>
              </a:lnSpc>
              <a:buNone/>
              <a:defRPr sz="5400" b="1">
                <a:solidFill>
                  <a:srgbClr val="007A55"/>
                </a:solidFill>
              </a:defRPr>
            </a:pPr>
            <a:r>
              <a:rPr sz="5400" b="1">
                <a:solidFill>
                  <a:srgbClr val="007A55"/>
                </a:solidFill>
              </a:rPr>
              <a:t>0</a:t>
            </a:r>
          </a:p>
        </p:txBody>
      </p:sp>
      <p:sp>
        <p:nvSpPr>
          <p:cNvPr id="8" name="scan-metric-2-label">
            <a:extLst xmlns:a="http://schemas.openxmlformats.org/drawingml/2006/main">
              <a:ext uri="{FF2B5EF4-FFF2-40B4-BE49-F238E27FC236}">
                <a16:creationId xmlns:a16="http://schemas.microsoft.com/office/drawing/2014/main" id="{B3BCA95A-4315-43DA-B5CF-D8A838F6BB1C}"/>
              </a:ext>
            </a:extLst>
          </p:cNvPr>
          <p:cNvSpPr>
            <a:spLocks xmlns:a="http://schemas.openxmlformats.org/drawingml/2006/main" noGrp="1"/>
          </p:cNvSpPr>
          <p:nvPr/>
        </p:nvSpPr>
        <p:spPr>
          <a:xfrm xmlns:a="http://schemas.openxmlformats.org/drawingml/2006/main">
            <a:off x="3162300" y="29718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2748E"/>
                </a:solidFill>
              </a:defRPr>
            </a:defPPr>
            <a:lvl1pPr algn="l">
              <a:defRPr sz="1200" b="0">
                <a:solidFill>
                  <a:srgbClr val="62748E"/>
                </a:solidFill>
              </a:defRPr>
            </a:lvl1pPr>
            <a:lvl2pPr algn="l">
              <a:defRPr sz="1200" b="0">
                <a:solidFill>
                  <a:srgbClr val="62748E"/>
                </a:solidFill>
              </a:defRPr>
            </a:lvl2pPr>
            <a:lvl3pPr algn="l">
              <a:defRPr sz="1200" b="0">
                <a:solidFill>
                  <a:srgbClr val="62748E"/>
                </a:solidFill>
              </a:defRPr>
            </a:lvl3pPr>
            <a:lvl4pPr algn="l">
              <a:defRPr sz="1200" b="0">
                <a:solidFill>
                  <a:srgbClr val="62748E"/>
                </a:solidFill>
              </a:defRPr>
            </a:lvl4pPr>
            <a:lvl5pPr algn="l">
              <a:defRPr sz="1200" b="0">
                <a:solidFill>
                  <a:srgbClr val="62748E"/>
                </a:solidFill>
              </a:defRPr>
            </a:lvl5pPr>
            <a:lvl6pPr algn="l">
              <a:defRPr sz="1200" b="0">
                <a:solidFill>
                  <a:srgbClr val="62748E"/>
                </a:solidFill>
              </a:defRPr>
            </a:lvl6pPr>
            <a:lvl7pPr algn="l">
              <a:defRPr sz="1200" b="0">
                <a:solidFill>
                  <a:srgbClr val="62748E"/>
                </a:solidFill>
              </a:defRPr>
            </a:lvl7pPr>
            <a:lvl8pPr algn="l">
              <a:defRPr sz="1200" b="0">
                <a:solidFill>
                  <a:srgbClr val="62748E"/>
                </a:solidFill>
              </a:defRPr>
            </a:lvl8pPr>
            <a:lvl9pPr algn="l">
              <a:defRPr sz="1200" b="0">
                <a:solidFill>
                  <a:srgbClr val="62748E"/>
                </a:solidFill>
              </a:defRPr>
            </a:lvl9pPr>
          </a:lstStyle>
          <a:p xmlns:a="http://schemas.openxmlformats.org/drawingml/2006/main">
            <a:pPr algn="l">
              <a:lnSpc>
                <a:spcPct val="108000"/>
              </a:lnSpc>
              <a:buNone/>
              <a:defRPr sz="1200" b="0">
                <a:solidFill>
                  <a:srgbClr val="62748E"/>
                </a:solidFill>
              </a:defRPr>
            </a:pPr>
            <a:r>
              <a:rPr sz="1200" b="0">
                <a:solidFill>
                  <a:srgbClr val="62748E"/>
                </a:solidFill>
              </a:rPr>
              <a:t>new files on repeat scan</a:t>
            </a:r>
          </a:p>
        </p:txBody>
      </p:sp>
      <p:sp>
        <p:nvSpPr>
          <p:cNvPr id="9" name="scan-metric-3">
            <a:extLst xmlns:a="http://schemas.openxmlformats.org/drawingml/2006/main">
              <a:ext uri="{FF2B5EF4-FFF2-40B4-BE49-F238E27FC236}">
                <a16:creationId xmlns:a16="http://schemas.microsoft.com/office/drawing/2014/main" id="{982471E9-B3DD-4E83-B9A6-6A79982B1DF8}"/>
              </a:ext>
            </a:extLst>
          </p:cNvPr>
          <p:cNvSpPr>
            <a:spLocks xmlns:a="http://schemas.openxmlformats.org/drawingml/2006/main" noGrp="1"/>
          </p:cNvSpPr>
          <p:nvPr/>
        </p:nvSpPr>
        <p:spPr>
          <a:xfrm xmlns:a="http://schemas.openxmlformats.org/drawingml/2006/main">
            <a:off x="5486400" y="2247900"/>
            <a:ext cx="1809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1">
                <a:solidFill>
                  <a:srgbClr val="1D293D"/>
                </a:solidFill>
              </a:defRPr>
            </a:defPPr>
            <a:lvl1pPr algn="l">
              <a:defRPr sz="5400" b="1">
                <a:solidFill>
                  <a:srgbClr val="1D293D"/>
                </a:solidFill>
              </a:defRPr>
            </a:lvl1pPr>
            <a:lvl2pPr algn="l">
              <a:defRPr sz="5400" b="1">
                <a:solidFill>
                  <a:srgbClr val="1D293D"/>
                </a:solidFill>
              </a:defRPr>
            </a:lvl2pPr>
            <a:lvl3pPr algn="l">
              <a:defRPr sz="5400" b="1">
                <a:solidFill>
                  <a:srgbClr val="1D293D"/>
                </a:solidFill>
              </a:defRPr>
            </a:lvl3pPr>
            <a:lvl4pPr algn="l">
              <a:defRPr sz="5400" b="1">
                <a:solidFill>
                  <a:srgbClr val="1D293D"/>
                </a:solidFill>
              </a:defRPr>
            </a:lvl4pPr>
            <a:lvl5pPr algn="l">
              <a:defRPr sz="5400" b="1">
                <a:solidFill>
                  <a:srgbClr val="1D293D"/>
                </a:solidFill>
              </a:defRPr>
            </a:lvl5pPr>
            <a:lvl6pPr algn="l">
              <a:defRPr sz="5400" b="1">
                <a:solidFill>
                  <a:srgbClr val="1D293D"/>
                </a:solidFill>
              </a:defRPr>
            </a:lvl6pPr>
            <a:lvl7pPr algn="l">
              <a:defRPr sz="5400" b="1">
                <a:solidFill>
                  <a:srgbClr val="1D293D"/>
                </a:solidFill>
              </a:defRPr>
            </a:lvl7pPr>
            <a:lvl8pPr algn="l">
              <a:defRPr sz="5400" b="1">
                <a:solidFill>
                  <a:srgbClr val="1D293D"/>
                </a:solidFill>
              </a:defRPr>
            </a:lvl8pPr>
            <a:lvl9pPr algn="l">
              <a:defRPr sz="5400" b="1">
                <a:solidFill>
                  <a:srgbClr val="1D293D"/>
                </a:solidFill>
              </a:defRPr>
            </a:lvl9pPr>
          </a:lstStyle>
          <a:p xmlns:a="http://schemas.openxmlformats.org/drawingml/2006/main">
            <a:pPr algn="l">
              <a:lnSpc>
                <a:spcPct val="108000"/>
              </a:lnSpc>
              <a:buNone/>
              <a:defRPr sz="5400" b="1">
                <a:solidFill>
                  <a:srgbClr val="1D293D"/>
                </a:solidFill>
              </a:defRPr>
            </a:pPr>
            <a:r>
              <a:rPr sz="5400" b="1">
                <a:solidFill>
                  <a:srgbClr val="1D293D"/>
                </a:solidFill>
              </a:rPr>
              <a:t>0</a:t>
            </a:r>
          </a:p>
        </p:txBody>
      </p:sp>
      <p:sp>
        <p:nvSpPr>
          <p:cNvPr id="10" name="scan-metric-3-label">
            <a:extLst xmlns:a="http://schemas.openxmlformats.org/drawingml/2006/main">
              <a:ext uri="{FF2B5EF4-FFF2-40B4-BE49-F238E27FC236}">
                <a16:creationId xmlns:a16="http://schemas.microsoft.com/office/drawing/2014/main" id="{EA815DCE-AF6B-4D0E-BD57-0B2CBB7BD91C}"/>
              </a:ext>
            </a:extLst>
          </p:cNvPr>
          <p:cNvSpPr>
            <a:spLocks xmlns:a="http://schemas.openxmlformats.org/drawingml/2006/main" noGrp="1"/>
          </p:cNvSpPr>
          <p:nvPr/>
        </p:nvSpPr>
        <p:spPr>
          <a:xfrm xmlns:a="http://schemas.openxmlformats.org/drawingml/2006/main">
            <a:off x="5505450" y="29718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2748E"/>
                </a:solidFill>
              </a:defRPr>
            </a:defPPr>
            <a:lvl1pPr algn="l">
              <a:defRPr sz="1200" b="0">
                <a:solidFill>
                  <a:srgbClr val="62748E"/>
                </a:solidFill>
              </a:defRPr>
            </a:lvl1pPr>
            <a:lvl2pPr algn="l">
              <a:defRPr sz="1200" b="0">
                <a:solidFill>
                  <a:srgbClr val="62748E"/>
                </a:solidFill>
              </a:defRPr>
            </a:lvl2pPr>
            <a:lvl3pPr algn="l">
              <a:defRPr sz="1200" b="0">
                <a:solidFill>
                  <a:srgbClr val="62748E"/>
                </a:solidFill>
              </a:defRPr>
            </a:lvl3pPr>
            <a:lvl4pPr algn="l">
              <a:defRPr sz="1200" b="0">
                <a:solidFill>
                  <a:srgbClr val="62748E"/>
                </a:solidFill>
              </a:defRPr>
            </a:lvl4pPr>
            <a:lvl5pPr algn="l">
              <a:defRPr sz="1200" b="0">
                <a:solidFill>
                  <a:srgbClr val="62748E"/>
                </a:solidFill>
              </a:defRPr>
            </a:lvl5pPr>
            <a:lvl6pPr algn="l">
              <a:defRPr sz="1200" b="0">
                <a:solidFill>
                  <a:srgbClr val="62748E"/>
                </a:solidFill>
              </a:defRPr>
            </a:lvl6pPr>
            <a:lvl7pPr algn="l">
              <a:defRPr sz="1200" b="0">
                <a:solidFill>
                  <a:srgbClr val="62748E"/>
                </a:solidFill>
              </a:defRPr>
            </a:lvl7pPr>
            <a:lvl8pPr algn="l">
              <a:defRPr sz="1200" b="0">
                <a:solidFill>
                  <a:srgbClr val="62748E"/>
                </a:solidFill>
              </a:defRPr>
            </a:lvl8pPr>
            <a:lvl9pPr algn="l">
              <a:defRPr sz="1200" b="0">
                <a:solidFill>
                  <a:srgbClr val="62748E"/>
                </a:solidFill>
              </a:defRPr>
            </a:lvl9pPr>
          </a:lstStyle>
          <a:p xmlns:a="http://schemas.openxmlformats.org/drawingml/2006/main">
            <a:pPr algn="l">
              <a:lnSpc>
                <a:spcPct val="108000"/>
              </a:lnSpc>
              <a:buNone/>
              <a:defRPr sz="1200" b="0">
                <a:solidFill>
                  <a:srgbClr val="62748E"/>
                </a:solidFill>
              </a:defRPr>
            </a:pPr>
            <a:r>
              <a:rPr sz="1200" b="0">
                <a:solidFill>
                  <a:srgbClr val="62748E"/>
                </a:solidFill>
              </a:rPr>
              <a:t>original hash changes</a:t>
            </a:r>
          </a:p>
        </p:txBody>
      </p:sp>
      <p:sp>
        <p:nvSpPr>
          <p:cNvPr id="11" name="scan-body">
            <a:extLst xmlns:a="http://schemas.openxmlformats.org/drawingml/2006/main">
              <a:ext uri="{FF2B5EF4-FFF2-40B4-BE49-F238E27FC236}">
                <a16:creationId xmlns:a16="http://schemas.microsoft.com/office/drawing/2014/main" id="{D1CE7309-697E-4C84-8716-249D222D7EBE}"/>
              </a:ext>
            </a:extLst>
          </p:cNvPr>
          <p:cNvSpPr>
            <a:spLocks xmlns:a="http://schemas.openxmlformats.org/drawingml/2006/main" noGrp="1"/>
          </p:cNvSpPr>
          <p:nvPr/>
        </p:nvSpPr>
        <p:spPr>
          <a:xfrm xmlns:a="http://schemas.openxmlformats.org/drawingml/2006/main">
            <a:off x="7715250" y="2190750"/>
            <a:ext cx="3429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314158"/>
                </a:solidFill>
              </a:defRPr>
            </a:defPPr>
            <a:lvl1pPr algn="l">
              <a:defRPr sz="1650" b="0">
                <a:solidFill>
                  <a:srgbClr val="314158"/>
                </a:solidFill>
              </a:defRPr>
            </a:lvl1pPr>
            <a:lvl2pPr algn="l">
              <a:defRPr sz="1650" b="0">
                <a:solidFill>
                  <a:srgbClr val="314158"/>
                </a:solidFill>
              </a:defRPr>
            </a:lvl2pPr>
            <a:lvl3pPr algn="l">
              <a:defRPr sz="1650" b="0">
                <a:solidFill>
                  <a:srgbClr val="314158"/>
                </a:solidFill>
              </a:defRPr>
            </a:lvl3pPr>
            <a:lvl4pPr algn="l">
              <a:defRPr sz="1650" b="0">
                <a:solidFill>
                  <a:srgbClr val="314158"/>
                </a:solidFill>
              </a:defRPr>
            </a:lvl4pPr>
            <a:lvl5pPr algn="l">
              <a:defRPr sz="1650" b="0">
                <a:solidFill>
                  <a:srgbClr val="314158"/>
                </a:solidFill>
              </a:defRPr>
            </a:lvl5pPr>
            <a:lvl6pPr algn="l">
              <a:defRPr sz="1650" b="0">
                <a:solidFill>
                  <a:srgbClr val="314158"/>
                </a:solidFill>
              </a:defRPr>
            </a:lvl6pPr>
            <a:lvl7pPr algn="l">
              <a:defRPr sz="1650" b="0">
                <a:solidFill>
                  <a:srgbClr val="314158"/>
                </a:solidFill>
              </a:defRPr>
            </a:lvl7pPr>
            <a:lvl8pPr algn="l">
              <a:defRPr sz="1650" b="0">
                <a:solidFill>
                  <a:srgbClr val="314158"/>
                </a:solidFill>
              </a:defRPr>
            </a:lvl8pPr>
            <a:lvl9pPr algn="l">
              <a:defRPr sz="1650" b="0">
                <a:solidFill>
                  <a:srgbClr val="314158"/>
                </a:solidFill>
              </a:defRPr>
            </a:lvl9pPr>
          </a:lstStyle>
          <a:p xmlns:a="http://schemas.openxmlformats.org/drawingml/2006/main">
            <a:pPr algn="l">
              <a:lnSpc>
                <a:spcPct val="116000"/>
              </a:lnSpc>
              <a:buNone/>
              <a:defRPr sz="1650" b="0">
                <a:solidFill>
                  <a:srgbClr val="314158"/>
                </a:solidFill>
              </a:defRPr>
            </a:pPr>
            <a:r>
              <a:rPr sz="1650" b="0">
                <a:solidFill>
                  <a:srgbClr val="314158"/>
                </a:solidFill>
              </a:rPr>
              <a:t>The scanner records a stable file row and an immutable content version. A repeated scan reuses the same version and checks for an active extraction job before creating another one.</a:t>
            </a:r>
          </a:p>
        </p:txBody>
      </p:sp>
      <p:sp>
        <p:nvSpPr>
          <p:cNvPr id="12" name="footer">
            <a:extLst xmlns:a="http://schemas.openxmlformats.org/drawingml/2006/main">
              <a:ext uri="{FF2B5EF4-FFF2-40B4-BE49-F238E27FC236}">
                <a16:creationId xmlns:a16="http://schemas.microsoft.com/office/drawing/2014/main" id="{7E6F524B-CE3F-4789-A35F-ED39BBF9BBDE}"/>
              </a:ext>
            </a:extLst>
          </p:cNvPr>
          <p:cNvSpPr>
            <a:spLocks xmlns:a="http://schemas.openxmlformats.org/drawingml/2006/main" noGrp="1"/>
          </p:cNvSpPr>
          <p:nvPr/>
        </p:nvSpPr>
        <p:spPr>
          <a:xfrm xmlns:a="http://schemas.openxmlformats.org/drawingml/2006/main">
            <a:off x="685800" y="6419850"/>
            <a:ext cx="10820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750" b="0">
                <a:solidFill>
                  <a:srgbClr val="90A1B9"/>
                </a:solidFill>
              </a:defRPr>
            </a:defPPr>
            <a:lvl1pPr algn="l">
              <a:defRPr sz="750" b="0">
                <a:solidFill>
                  <a:srgbClr val="90A1B9"/>
                </a:solidFill>
              </a:defRPr>
            </a:lvl1pPr>
            <a:lvl2pPr algn="l">
              <a:defRPr sz="750" b="0">
                <a:solidFill>
                  <a:srgbClr val="90A1B9"/>
                </a:solidFill>
              </a:defRPr>
            </a:lvl2pPr>
            <a:lvl3pPr algn="l">
              <a:defRPr sz="750" b="0">
                <a:solidFill>
                  <a:srgbClr val="90A1B9"/>
                </a:solidFill>
              </a:defRPr>
            </a:lvl3pPr>
            <a:lvl4pPr algn="l">
              <a:defRPr sz="750" b="0">
                <a:solidFill>
                  <a:srgbClr val="90A1B9"/>
                </a:solidFill>
              </a:defRPr>
            </a:lvl4pPr>
            <a:lvl5pPr algn="l">
              <a:defRPr sz="750" b="0">
                <a:solidFill>
                  <a:srgbClr val="90A1B9"/>
                </a:solidFill>
              </a:defRPr>
            </a:lvl5pPr>
            <a:lvl6pPr algn="l">
              <a:defRPr sz="750" b="0">
                <a:solidFill>
                  <a:srgbClr val="90A1B9"/>
                </a:solidFill>
              </a:defRPr>
            </a:lvl6pPr>
            <a:lvl7pPr algn="l">
              <a:defRPr sz="750" b="0">
                <a:solidFill>
                  <a:srgbClr val="90A1B9"/>
                </a:solidFill>
              </a:defRPr>
            </a:lvl7pPr>
            <a:lvl8pPr algn="l">
              <a:defRPr sz="750" b="0">
                <a:solidFill>
                  <a:srgbClr val="90A1B9"/>
                </a:solidFill>
              </a:defRPr>
            </a:lvl8pPr>
            <a:lvl9pPr algn="l">
              <a:defRPr sz="750" b="0">
                <a:solidFill>
                  <a:srgbClr val="90A1B9"/>
                </a:solidFill>
              </a:defRPr>
            </a:lvl9pPr>
          </a:lstStyle>
          <a:p xmlns:a="http://schemas.openxmlformats.org/drawingml/2006/main">
            <a:pPr algn="l">
              <a:lnSpc>
                <a:spcPct val="108000"/>
              </a:lnSpc>
              <a:buNone/>
              <a:defRPr sz="750" b="0">
                <a:solidFill>
                  <a:srgbClr val="90A1B9"/>
                </a:solidFill>
              </a:defRPr>
            </a:pPr>
            <a:r>
              <a:rPr sz="750" b="0">
                <a:solidFill>
                  <a:srgbClr val="90A1B9"/>
                </a:solidFill>
              </a:rPr>
              <a:t>Live root: 12 basic-ready, 0 failed, 4 abnormal or unsupported records with reason codes.</a:t>
            </a:r>
          </a:p>
        </p:txBody>
      </p:sp>
    </p:spTree>
    <p:extLst>
      <p:ext uri="{BB962C8B-B14F-4D97-AF65-F5344CB8AC3E}">
        <p14:creationId xmlns:p14="http://schemas.microsoft.com/office/powerpoint/2010/main" val="1594014084"/>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3" name="eyebrow">
            <a:extLst xmlns:a="http://schemas.openxmlformats.org/drawingml/2006/main">
              <a:ext uri="{FF2B5EF4-FFF2-40B4-BE49-F238E27FC236}">
                <a16:creationId xmlns:a16="http://schemas.microsoft.com/office/drawing/2014/main" id="{6900C420-C2E5-4837-8700-3A6B9123827D}"/>
              </a:ext>
            </a:extLst>
          </p:cNvPr>
          <p:cNvSpPr>
            <a:spLocks xmlns:a="http://schemas.openxmlformats.org/drawingml/2006/main" noGrp="1"/>
          </p:cNvSpPr>
          <p:nvPr/>
        </p:nvSpPr>
        <p:spPr>
          <a:xfrm xmlns:a="http://schemas.openxmlformats.org/drawingml/2006/main">
            <a:off x="685800" y="26670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900" b="1">
                <a:solidFill>
                  <a:srgbClr val="62748E"/>
                </a:solidFill>
              </a:defRPr>
            </a:defPPr>
            <a:lvl1pPr algn="l">
              <a:defRPr sz="900" b="1">
                <a:solidFill>
                  <a:srgbClr val="62748E"/>
                </a:solidFill>
              </a:defRPr>
            </a:lvl1pPr>
            <a:lvl2pPr algn="l">
              <a:defRPr sz="900" b="1">
                <a:solidFill>
                  <a:srgbClr val="62748E"/>
                </a:solidFill>
              </a:defRPr>
            </a:lvl2pPr>
            <a:lvl3pPr algn="l">
              <a:defRPr sz="900" b="1">
                <a:solidFill>
                  <a:srgbClr val="62748E"/>
                </a:solidFill>
              </a:defRPr>
            </a:lvl3pPr>
            <a:lvl4pPr algn="l">
              <a:defRPr sz="900" b="1">
                <a:solidFill>
                  <a:srgbClr val="62748E"/>
                </a:solidFill>
              </a:defRPr>
            </a:lvl4pPr>
            <a:lvl5pPr algn="l">
              <a:defRPr sz="900" b="1">
                <a:solidFill>
                  <a:srgbClr val="62748E"/>
                </a:solidFill>
              </a:defRPr>
            </a:lvl5pPr>
            <a:lvl6pPr algn="l">
              <a:defRPr sz="900" b="1">
                <a:solidFill>
                  <a:srgbClr val="62748E"/>
                </a:solidFill>
              </a:defRPr>
            </a:lvl6pPr>
            <a:lvl7pPr algn="l">
              <a:defRPr sz="900" b="1">
                <a:solidFill>
                  <a:srgbClr val="62748E"/>
                </a:solidFill>
              </a:defRPr>
            </a:lvl7pPr>
            <a:lvl8pPr algn="l">
              <a:defRPr sz="900" b="1">
                <a:solidFill>
                  <a:srgbClr val="62748E"/>
                </a:solidFill>
              </a:defRPr>
            </a:lvl8pPr>
            <a:lvl9pPr algn="l">
              <a:defRPr sz="900" b="1">
                <a:solidFill>
                  <a:srgbClr val="62748E"/>
                </a:solidFill>
              </a:defRPr>
            </a:lvl9pPr>
          </a:lstStyle>
          <a:p xmlns:a="http://schemas.openxmlformats.org/drawingml/2006/main">
            <a:pPr algn="l">
              <a:lnSpc>
                <a:spcPct val="108000"/>
              </a:lnSpc>
              <a:buNone/>
              <a:defRPr sz="900" b="1">
                <a:solidFill>
                  <a:srgbClr val="62748E"/>
                </a:solidFill>
              </a:defRPr>
            </a:pPr>
            <a:r>
              <a:rPr sz="900" b="1">
                <a:solidFill>
                  <a:srgbClr val="62748E"/>
                </a:solidFill>
              </a:rPr>
              <a:t>TEAM 11  /  B / EVIDENCE</a:t>
            </a:r>
          </a:p>
        </p:txBody>
      </p:sp>
      <p:sp>
        <p:nvSpPr>
          <p:cNvPr id="2" name="page">
            <a:extLst xmlns:a="http://schemas.openxmlformats.org/drawingml/2006/main">
              <a:ext uri="{FF2B5EF4-FFF2-40B4-BE49-F238E27FC236}">
                <a16:creationId xmlns:a16="http://schemas.microsoft.com/office/drawing/2014/main" id="{55BD0BED-4E14-43AB-A28F-640FC98D35EB}"/>
              </a:ext>
            </a:extLst>
          </p:cNvPr>
          <p:cNvSpPr>
            <a:spLocks xmlns:a="http://schemas.openxmlformats.org/drawingml/2006/main" noGrp="1"/>
          </p:cNvSpPr>
          <p:nvPr/>
        </p:nvSpPr>
        <p:spPr>
          <a:xfrm xmlns:a="http://schemas.openxmlformats.org/drawingml/2006/main">
            <a:off x="11049000" y="2476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900" b="1">
                <a:solidFill>
                  <a:srgbClr val="90A1B9"/>
                </a:solidFill>
              </a:defRPr>
            </a:defPPr>
            <a:lvl1pPr algn="r">
              <a:defRPr sz="900" b="1">
                <a:solidFill>
                  <a:srgbClr val="90A1B9"/>
                </a:solidFill>
              </a:defRPr>
            </a:lvl1pPr>
            <a:lvl2pPr algn="r">
              <a:defRPr sz="900" b="1">
                <a:solidFill>
                  <a:srgbClr val="90A1B9"/>
                </a:solidFill>
              </a:defRPr>
            </a:lvl2pPr>
            <a:lvl3pPr algn="r">
              <a:defRPr sz="900" b="1">
                <a:solidFill>
                  <a:srgbClr val="90A1B9"/>
                </a:solidFill>
              </a:defRPr>
            </a:lvl3pPr>
            <a:lvl4pPr algn="r">
              <a:defRPr sz="900" b="1">
                <a:solidFill>
                  <a:srgbClr val="90A1B9"/>
                </a:solidFill>
              </a:defRPr>
            </a:lvl4pPr>
            <a:lvl5pPr algn="r">
              <a:defRPr sz="900" b="1">
                <a:solidFill>
                  <a:srgbClr val="90A1B9"/>
                </a:solidFill>
              </a:defRPr>
            </a:lvl5pPr>
            <a:lvl6pPr algn="r">
              <a:defRPr sz="900" b="1">
                <a:solidFill>
                  <a:srgbClr val="90A1B9"/>
                </a:solidFill>
              </a:defRPr>
            </a:lvl6pPr>
            <a:lvl7pPr algn="r">
              <a:defRPr sz="900" b="1">
                <a:solidFill>
                  <a:srgbClr val="90A1B9"/>
                </a:solidFill>
              </a:defRPr>
            </a:lvl7pPr>
            <a:lvl8pPr algn="r">
              <a:defRPr sz="900" b="1">
                <a:solidFill>
                  <a:srgbClr val="90A1B9"/>
                </a:solidFill>
              </a:defRPr>
            </a:lvl8pPr>
            <a:lvl9pPr algn="r">
              <a:defRPr sz="900" b="1">
                <a:solidFill>
                  <a:srgbClr val="90A1B9"/>
                </a:solidFill>
              </a:defRPr>
            </a:lvl9pPr>
          </a:lstStyle>
          <a:p xmlns:a="http://schemas.openxmlformats.org/drawingml/2006/main">
            <a:pPr algn="r">
              <a:lnSpc>
                <a:spcPct val="108000"/>
              </a:lnSpc>
              <a:buNone/>
              <a:defRPr sz="900" b="1">
                <a:solidFill>
                  <a:srgbClr val="90A1B9"/>
                </a:solidFill>
              </a:defRPr>
            </a:pPr>
            <a:r>
              <a:rPr sz="900" b="1">
                <a:solidFill>
                  <a:srgbClr val="90A1B9"/>
                </a:solidFill>
              </a:rPr>
              <a:t>05</a:t>
            </a:r>
          </a:p>
        </p:txBody>
      </p:sp>
      <p:sp>
        <p:nvSpPr>
          <p:cNvPr id="3" name="parsing-rule">
            <a:extLst xmlns:a="http://schemas.openxmlformats.org/drawingml/2006/main">
              <a:ext uri="{FF2B5EF4-FFF2-40B4-BE49-F238E27FC236}">
                <a16:creationId xmlns:a16="http://schemas.microsoft.com/office/drawing/2014/main" id="{FEFBD473-E22E-4D9F-AA1E-53B3504A29D2}"/>
              </a:ext>
            </a:extLst>
          </p:cNvPr>
          <p:cNvSpPr>
            <a:spLocks xmlns:a="http://schemas.openxmlformats.org/drawingml/2006/main" noGrp="1"/>
          </p:cNvSpPr>
          <p:nvPr/>
        </p:nvSpPr>
        <p:spPr>
          <a:xfrm xmlns:a="http://schemas.openxmlformats.org/drawingml/2006/main">
            <a:off x="685800" y="552450"/>
            <a:ext cx="514350" cy="47625"/>
          </a:xfrm>
          <a:prstGeom xmlns:a="http://schemas.openxmlformats.org/drawingml/2006/main" prst="rect">
            <a:avLst/>
          </a:prstGeom>
          <a:solidFill xmlns:a="http://schemas.openxmlformats.org/drawingml/2006/main">
            <a:srgbClr val="0084D1"/>
          </a:solidFill>
          <a:ln xmlns:a="http://schemas.openxmlformats.org/drawingml/2006/main" w="0">
            <a:noFill/>
            <a:prstDash val="solid"/>
          </a:ln>
        </p:spPr>
      </p:sp>
      <p:sp>
        <p:nvSpPr>
          <p:cNvPr id="4" name="title">
            <a:extLst xmlns:a="http://schemas.openxmlformats.org/drawingml/2006/main">
              <a:ext uri="{FF2B5EF4-FFF2-40B4-BE49-F238E27FC236}">
                <a16:creationId xmlns:a16="http://schemas.microsoft.com/office/drawing/2014/main" id="{4B7CF422-729B-41BD-B032-1494EFFACF5B}"/>
              </a:ext>
            </a:extLst>
          </p:cNvPr>
          <p:cNvSpPr>
            <a:spLocks xmlns:a="http://schemas.openxmlformats.org/drawingml/2006/main" noGrp="1"/>
          </p:cNvSpPr>
          <p:nvPr/>
        </p:nvSpPr>
        <p:spPr>
          <a:xfrm xmlns:a="http://schemas.openxmlformats.org/drawingml/2006/main">
            <a:off x="685800" y="685800"/>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00" b="1">
                <a:solidFill>
                  <a:srgbClr val="020618"/>
                </a:solidFill>
              </a:defRPr>
            </a:defPPr>
            <a:lvl1pPr algn="l">
              <a:defRPr sz="3000" b="1">
                <a:solidFill>
                  <a:srgbClr val="020618"/>
                </a:solidFill>
              </a:defRPr>
            </a:lvl1pPr>
            <a:lvl2pPr algn="l">
              <a:defRPr sz="3000" b="1">
                <a:solidFill>
                  <a:srgbClr val="020618"/>
                </a:solidFill>
              </a:defRPr>
            </a:lvl2pPr>
            <a:lvl3pPr algn="l">
              <a:defRPr sz="3000" b="1">
                <a:solidFill>
                  <a:srgbClr val="020618"/>
                </a:solidFill>
              </a:defRPr>
            </a:lvl3pPr>
            <a:lvl4pPr algn="l">
              <a:defRPr sz="3000" b="1">
                <a:solidFill>
                  <a:srgbClr val="020618"/>
                </a:solidFill>
              </a:defRPr>
            </a:lvl4pPr>
            <a:lvl5pPr algn="l">
              <a:defRPr sz="3000" b="1">
                <a:solidFill>
                  <a:srgbClr val="020618"/>
                </a:solidFill>
              </a:defRPr>
            </a:lvl5pPr>
            <a:lvl6pPr algn="l">
              <a:defRPr sz="3000" b="1">
                <a:solidFill>
                  <a:srgbClr val="020618"/>
                </a:solidFill>
              </a:defRPr>
            </a:lvl6pPr>
            <a:lvl7pPr algn="l">
              <a:defRPr sz="3000" b="1">
                <a:solidFill>
                  <a:srgbClr val="020618"/>
                </a:solidFill>
              </a:defRPr>
            </a:lvl7pPr>
            <a:lvl8pPr algn="l">
              <a:defRPr sz="3000" b="1">
                <a:solidFill>
                  <a:srgbClr val="020618"/>
                </a:solidFill>
              </a:defRPr>
            </a:lvl8pPr>
            <a:lvl9pPr algn="l">
              <a:defRPr sz="3000" b="1">
                <a:solidFill>
                  <a:srgbClr val="020618"/>
                </a:solidFill>
              </a:defRPr>
            </a:lvl9pPr>
          </a:lstStyle>
          <a:p xmlns:a="http://schemas.openxmlformats.org/drawingml/2006/main">
            <a:pPr algn="l">
              <a:lnSpc>
                <a:spcPct val="105000"/>
              </a:lnSpc>
              <a:buNone/>
              <a:defRPr sz="3000" b="1">
                <a:solidFill>
                  <a:srgbClr val="020618"/>
                </a:solidFill>
              </a:defRPr>
            </a:pPr>
            <a:r>
              <a:rPr sz="3000" b="1">
                <a:solidFill>
                  <a:srgbClr val="020618"/>
                </a:solidFill>
              </a:rPr>
              <a:t>Page numbers are checked, not assumed</a:t>
            </a:r>
          </a:p>
        </p:txBody>
      </p:sp>
      <p:sp>
        <p:nvSpPr>
          <p:cNvPr id="5" name="parse-metric-1">
            <a:extLst xmlns:a="http://schemas.openxmlformats.org/drawingml/2006/main">
              <a:ext uri="{FF2B5EF4-FFF2-40B4-BE49-F238E27FC236}">
                <a16:creationId xmlns:a16="http://schemas.microsoft.com/office/drawing/2014/main" id="{D8E96661-B12B-49AE-8BD2-C52244390BFF}"/>
              </a:ext>
            </a:extLst>
          </p:cNvPr>
          <p:cNvSpPr>
            <a:spLocks xmlns:a="http://schemas.openxmlformats.org/drawingml/2006/main" noGrp="1"/>
          </p:cNvSpPr>
          <p:nvPr/>
        </p:nvSpPr>
        <p:spPr>
          <a:xfrm xmlns:a="http://schemas.openxmlformats.org/drawingml/2006/main">
            <a:off x="762000" y="2247900"/>
            <a:ext cx="2095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4800" b="1">
                <a:solidFill>
                  <a:srgbClr val="007A55"/>
                </a:solidFill>
              </a:defRPr>
            </a:defPPr>
            <a:lvl1pPr algn="l">
              <a:defRPr sz="4800" b="1">
                <a:solidFill>
                  <a:srgbClr val="007A55"/>
                </a:solidFill>
              </a:defRPr>
            </a:lvl1pPr>
            <a:lvl2pPr algn="l">
              <a:defRPr sz="4800" b="1">
                <a:solidFill>
                  <a:srgbClr val="007A55"/>
                </a:solidFill>
              </a:defRPr>
            </a:lvl2pPr>
            <a:lvl3pPr algn="l">
              <a:defRPr sz="4800" b="1">
                <a:solidFill>
                  <a:srgbClr val="007A55"/>
                </a:solidFill>
              </a:defRPr>
            </a:lvl3pPr>
            <a:lvl4pPr algn="l">
              <a:defRPr sz="4800" b="1">
                <a:solidFill>
                  <a:srgbClr val="007A55"/>
                </a:solidFill>
              </a:defRPr>
            </a:lvl4pPr>
            <a:lvl5pPr algn="l">
              <a:defRPr sz="4800" b="1">
                <a:solidFill>
                  <a:srgbClr val="007A55"/>
                </a:solidFill>
              </a:defRPr>
            </a:lvl5pPr>
            <a:lvl6pPr algn="l">
              <a:defRPr sz="4800" b="1">
                <a:solidFill>
                  <a:srgbClr val="007A55"/>
                </a:solidFill>
              </a:defRPr>
            </a:lvl6pPr>
            <a:lvl7pPr algn="l">
              <a:defRPr sz="4800" b="1">
                <a:solidFill>
                  <a:srgbClr val="007A55"/>
                </a:solidFill>
              </a:defRPr>
            </a:lvl7pPr>
            <a:lvl8pPr algn="l">
              <a:defRPr sz="4800" b="1">
                <a:solidFill>
                  <a:srgbClr val="007A55"/>
                </a:solidFill>
              </a:defRPr>
            </a:lvl8pPr>
            <a:lvl9pPr algn="l">
              <a:defRPr sz="4800" b="1">
                <a:solidFill>
                  <a:srgbClr val="007A55"/>
                </a:solidFill>
              </a:defRPr>
            </a:lvl9pPr>
          </a:lstStyle>
          <a:p xmlns:a="http://schemas.openxmlformats.org/drawingml/2006/main">
            <a:pPr algn="l">
              <a:lnSpc>
                <a:spcPct val="108000"/>
              </a:lnSpc>
              <a:buNone/>
              <a:defRPr sz="4800" b="1">
                <a:solidFill>
                  <a:srgbClr val="007A55"/>
                </a:solidFill>
              </a:defRPr>
            </a:pPr>
            <a:r>
              <a:rPr sz="4800" b="1">
                <a:solidFill>
                  <a:srgbClr val="007A55"/>
                </a:solidFill>
              </a:rPr>
              <a:t>12/12</a:t>
            </a:r>
          </a:p>
        </p:txBody>
      </p:sp>
      <p:sp>
        <p:nvSpPr>
          <p:cNvPr id="6" name="parse-metric-1-label">
            <a:extLst xmlns:a="http://schemas.openxmlformats.org/drawingml/2006/main">
              <a:ext uri="{FF2B5EF4-FFF2-40B4-BE49-F238E27FC236}">
                <a16:creationId xmlns:a16="http://schemas.microsoft.com/office/drawing/2014/main" id="{0207D027-C27D-4B2B-AF0C-C34283EC8B2D}"/>
              </a:ext>
            </a:extLst>
          </p:cNvPr>
          <p:cNvSpPr>
            <a:spLocks xmlns:a="http://schemas.openxmlformats.org/drawingml/2006/main" noGrp="1"/>
          </p:cNvSpPr>
          <p:nvPr/>
        </p:nvSpPr>
        <p:spPr>
          <a:xfrm xmlns:a="http://schemas.openxmlformats.org/drawingml/2006/main">
            <a:off x="781050" y="3028950"/>
            <a:ext cx="209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2748E"/>
                </a:solidFill>
              </a:defRPr>
            </a:defPPr>
            <a:lvl1pPr algn="l">
              <a:defRPr sz="1200" b="0">
                <a:solidFill>
                  <a:srgbClr val="62748E"/>
                </a:solidFill>
              </a:defRPr>
            </a:lvl1pPr>
            <a:lvl2pPr algn="l">
              <a:defRPr sz="1200" b="0">
                <a:solidFill>
                  <a:srgbClr val="62748E"/>
                </a:solidFill>
              </a:defRPr>
            </a:lvl2pPr>
            <a:lvl3pPr algn="l">
              <a:defRPr sz="1200" b="0">
                <a:solidFill>
                  <a:srgbClr val="62748E"/>
                </a:solidFill>
              </a:defRPr>
            </a:lvl3pPr>
            <a:lvl4pPr algn="l">
              <a:defRPr sz="1200" b="0">
                <a:solidFill>
                  <a:srgbClr val="62748E"/>
                </a:solidFill>
              </a:defRPr>
            </a:lvl4pPr>
            <a:lvl5pPr algn="l">
              <a:defRPr sz="1200" b="0">
                <a:solidFill>
                  <a:srgbClr val="62748E"/>
                </a:solidFill>
              </a:defRPr>
            </a:lvl5pPr>
            <a:lvl6pPr algn="l">
              <a:defRPr sz="1200" b="0">
                <a:solidFill>
                  <a:srgbClr val="62748E"/>
                </a:solidFill>
              </a:defRPr>
            </a:lvl6pPr>
            <a:lvl7pPr algn="l">
              <a:defRPr sz="1200" b="0">
                <a:solidFill>
                  <a:srgbClr val="62748E"/>
                </a:solidFill>
              </a:defRPr>
            </a:lvl7pPr>
            <a:lvl8pPr algn="l">
              <a:defRPr sz="1200" b="0">
                <a:solidFill>
                  <a:srgbClr val="62748E"/>
                </a:solidFill>
              </a:defRPr>
            </a:lvl8pPr>
            <a:lvl9pPr algn="l">
              <a:defRPr sz="1200" b="0">
                <a:solidFill>
                  <a:srgbClr val="62748E"/>
                </a:solidFill>
              </a:defRPr>
            </a:lvl9pPr>
          </a:lstStyle>
          <a:p xmlns:a="http://schemas.openxmlformats.org/drawingml/2006/main">
            <a:pPr algn="l">
              <a:lnSpc>
                <a:spcPct val="108000"/>
              </a:lnSpc>
              <a:buNone/>
              <a:defRPr sz="1200" b="0">
                <a:solidFill>
                  <a:srgbClr val="62748E"/>
                </a:solidFill>
              </a:defRPr>
            </a:pPr>
            <a:r>
              <a:rPr sz="1200" b="0">
                <a:solidFill>
                  <a:srgbClr val="62748E"/>
                </a:solidFill>
              </a:rPr>
              <a:t>sampled passages found on their claimed page</a:t>
            </a:r>
          </a:p>
        </p:txBody>
      </p:sp>
      <p:sp>
        <p:nvSpPr>
          <p:cNvPr id="7" name="parse-metric-2">
            <a:extLst xmlns:a="http://schemas.openxmlformats.org/drawingml/2006/main">
              <a:ext uri="{FF2B5EF4-FFF2-40B4-BE49-F238E27FC236}">
                <a16:creationId xmlns:a16="http://schemas.microsoft.com/office/drawing/2014/main" id="{7098D08F-7AB7-4CB3-9671-BBC4981AAFAE}"/>
              </a:ext>
            </a:extLst>
          </p:cNvPr>
          <p:cNvSpPr>
            <a:spLocks xmlns:a="http://schemas.openxmlformats.org/drawingml/2006/main" noGrp="1"/>
          </p:cNvSpPr>
          <p:nvPr/>
        </p:nvSpPr>
        <p:spPr>
          <a:xfrm xmlns:a="http://schemas.openxmlformats.org/drawingml/2006/main">
            <a:off x="3238500" y="2247900"/>
            <a:ext cx="2095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4800" b="1">
                <a:solidFill>
                  <a:srgbClr val="0069A8"/>
                </a:solidFill>
              </a:defRPr>
            </a:defPPr>
            <a:lvl1pPr algn="l">
              <a:defRPr sz="4800" b="1">
                <a:solidFill>
                  <a:srgbClr val="0069A8"/>
                </a:solidFill>
              </a:defRPr>
            </a:lvl1pPr>
            <a:lvl2pPr algn="l">
              <a:defRPr sz="4800" b="1">
                <a:solidFill>
                  <a:srgbClr val="0069A8"/>
                </a:solidFill>
              </a:defRPr>
            </a:lvl2pPr>
            <a:lvl3pPr algn="l">
              <a:defRPr sz="4800" b="1">
                <a:solidFill>
                  <a:srgbClr val="0069A8"/>
                </a:solidFill>
              </a:defRPr>
            </a:lvl3pPr>
            <a:lvl4pPr algn="l">
              <a:defRPr sz="4800" b="1">
                <a:solidFill>
                  <a:srgbClr val="0069A8"/>
                </a:solidFill>
              </a:defRPr>
            </a:lvl4pPr>
            <a:lvl5pPr algn="l">
              <a:defRPr sz="4800" b="1">
                <a:solidFill>
                  <a:srgbClr val="0069A8"/>
                </a:solidFill>
              </a:defRPr>
            </a:lvl5pPr>
            <a:lvl6pPr algn="l">
              <a:defRPr sz="4800" b="1">
                <a:solidFill>
                  <a:srgbClr val="0069A8"/>
                </a:solidFill>
              </a:defRPr>
            </a:lvl6pPr>
            <a:lvl7pPr algn="l">
              <a:defRPr sz="4800" b="1">
                <a:solidFill>
                  <a:srgbClr val="0069A8"/>
                </a:solidFill>
              </a:defRPr>
            </a:lvl7pPr>
            <a:lvl8pPr algn="l">
              <a:defRPr sz="4800" b="1">
                <a:solidFill>
                  <a:srgbClr val="0069A8"/>
                </a:solidFill>
              </a:defRPr>
            </a:lvl8pPr>
            <a:lvl9pPr algn="l">
              <a:defRPr sz="4800" b="1">
                <a:solidFill>
                  <a:srgbClr val="0069A8"/>
                </a:solidFill>
              </a:defRPr>
            </a:lvl9pPr>
          </a:lstStyle>
          <a:p xmlns:a="http://schemas.openxmlformats.org/drawingml/2006/main">
            <a:pPr algn="l">
              <a:lnSpc>
                <a:spcPct val="108000"/>
              </a:lnSpc>
              <a:buNone/>
              <a:defRPr sz="4800" b="1">
                <a:solidFill>
                  <a:srgbClr val="0069A8"/>
                </a:solidFill>
              </a:defRPr>
            </a:pPr>
            <a:r>
              <a:rPr sz="4800" b="1">
                <a:solidFill>
                  <a:srgbClr val="0069A8"/>
                </a:solidFill>
              </a:rPr>
              <a:t>20/20</a:t>
            </a:r>
          </a:p>
        </p:txBody>
      </p:sp>
      <p:sp>
        <p:nvSpPr>
          <p:cNvPr id="8" name="parse-metric-2-label">
            <a:extLst xmlns:a="http://schemas.openxmlformats.org/drawingml/2006/main">
              <a:ext uri="{FF2B5EF4-FFF2-40B4-BE49-F238E27FC236}">
                <a16:creationId xmlns:a16="http://schemas.microsoft.com/office/drawing/2014/main" id="{AA56E499-584A-43E3-BC49-772A32A8D5F5}"/>
              </a:ext>
            </a:extLst>
          </p:cNvPr>
          <p:cNvSpPr>
            <a:spLocks xmlns:a="http://schemas.openxmlformats.org/drawingml/2006/main" noGrp="1"/>
          </p:cNvSpPr>
          <p:nvPr/>
        </p:nvSpPr>
        <p:spPr>
          <a:xfrm xmlns:a="http://schemas.openxmlformats.org/drawingml/2006/main">
            <a:off x="3257550" y="3028950"/>
            <a:ext cx="209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2748E"/>
                </a:solidFill>
              </a:defRPr>
            </a:defPPr>
            <a:lvl1pPr algn="l">
              <a:defRPr sz="1200" b="0">
                <a:solidFill>
                  <a:srgbClr val="62748E"/>
                </a:solidFill>
              </a:defRPr>
            </a:lvl1pPr>
            <a:lvl2pPr algn="l">
              <a:defRPr sz="1200" b="0">
                <a:solidFill>
                  <a:srgbClr val="62748E"/>
                </a:solidFill>
              </a:defRPr>
            </a:lvl2pPr>
            <a:lvl3pPr algn="l">
              <a:defRPr sz="1200" b="0">
                <a:solidFill>
                  <a:srgbClr val="62748E"/>
                </a:solidFill>
              </a:defRPr>
            </a:lvl3pPr>
            <a:lvl4pPr algn="l">
              <a:defRPr sz="1200" b="0">
                <a:solidFill>
                  <a:srgbClr val="62748E"/>
                </a:solidFill>
              </a:defRPr>
            </a:lvl4pPr>
            <a:lvl5pPr algn="l">
              <a:defRPr sz="1200" b="0">
                <a:solidFill>
                  <a:srgbClr val="62748E"/>
                </a:solidFill>
              </a:defRPr>
            </a:lvl5pPr>
            <a:lvl6pPr algn="l">
              <a:defRPr sz="1200" b="0">
                <a:solidFill>
                  <a:srgbClr val="62748E"/>
                </a:solidFill>
              </a:defRPr>
            </a:lvl6pPr>
            <a:lvl7pPr algn="l">
              <a:defRPr sz="1200" b="0">
                <a:solidFill>
                  <a:srgbClr val="62748E"/>
                </a:solidFill>
              </a:defRPr>
            </a:lvl7pPr>
            <a:lvl8pPr algn="l">
              <a:defRPr sz="1200" b="0">
                <a:solidFill>
                  <a:srgbClr val="62748E"/>
                </a:solidFill>
              </a:defRPr>
            </a:lvl8pPr>
            <a:lvl9pPr algn="l">
              <a:defRPr sz="1200" b="0">
                <a:solidFill>
                  <a:srgbClr val="62748E"/>
                </a:solidFill>
              </a:defRPr>
            </a:lvl9pPr>
          </a:lstStyle>
          <a:p xmlns:a="http://schemas.openxmlformats.org/drawingml/2006/main">
            <a:pPr algn="l">
              <a:lnSpc>
                <a:spcPct val="108000"/>
              </a:lnSpc>
              <a:buNone/>
              <a:defRPr sz="1200" b="0">
                <a:solidFill>
                  <a:srgbClr val="62748E"/>
                </a:solidFill>
              </a:defRPr>
            </a:pPr>
            <a:r>
              <a:rPr sz="1200" b="0">
                <a:solidFill>
                  <a:srgbClr val="62748E"/>
                </a:solidFill>
              </a:rPr>
              <a:t>fragments found on their claimed page</a:t>
            </a:r>
          </a:p>
        </p:txBody>
      </p:sp>
      <p:sp>
        <p:nvSpPr>
          <p:cNvPr id="9" name="parse-metric-3">
            <a:extLst xmlns:a="http://schemas.openxmlformats.org/drawingml/2006/main">
              <a:ext uri="{FF2B5EF4-FFF2-40B4-BE49-F238E27FC236}">
                <a16:creationId xmlns:a16="http://schemas.microsoft.com/office/drawing/2014/main" id="{EC1B5FAC-F625-4019-BE9F-CACB8995D760}"/>
              </a:ext>
            </a:extLst>
          </p:cNvPr>
          <p:cNvSpPr>
            <a:spLocks xmlns:a="http://schemas.openxmlformats.org/drawingml/2006/main" noGrp="1"/>
          </p:cNvSpPr>
          <p:nvPr/>
        </p:nvSpPr>
        <p:spPr>
          <a:xfrm xmlns:a="http://schemas.openxmlformats.org/drawingml/2006/main">
            <a:off x="5715000" y="2247900"/>
            <a:ext cx="1714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4800" b="1">
                <a:solidFill>
                  <a:srgbClr val="1D293D"/>
                </a:solidFill>
              </a:defRPr>
            </a:defPPr>
            <a:lvl1pPr algn="l">
              <a:defRPr sz="4800" b="1">
                <a:solidFill>
                  <a:srgbClr val="1D293D"/>
                </a:solidFill>
              </a:defRPr>
            </a:lvl1pPr>
            <a:lvl2pPr algn="l">
              <a:defRPr sz="4800" b="1">
                <a:solidFill>
                  <a:srgbClr val="1D293D"/>
                </a:solidFill>
              </a:defRPr>
            </a:lvl2pPr>
            <a:lvl3pPr algn="l">
              <a:defRPr sz="4800" b="1">
                <a:solidFill>
                  <a:srgbClr val="1D293D"/>
                </a:solidFill>
              </a:defRPr>
            </a:lvl3pPr>
            <a:lvl4pPr algn="l">
              <a:defRPr sz="4800" b="1">
                <a:solidFill>
                  <a:srgbClr val="1D293D"/>
                </a:solidFill>
              </a:defRPr>
            </a:lvl4pPr>
            <a:lvl5pPr algn="l">
              <a:defRPr sz="4800" b="1">
                <a:solidFill>
                  <a:srgbClr val="1D293D"/>
                </a:solidFill>
              </a:defRPr>
            </a:lvl5pPr>
            <a:lvl6pPr algn="l">
              <a:defRPr sz="4800" b="1">
                <a:solidFill>
                  <a:srgbClr val="1D293D"/>
                </a:solidFill>
              </a:defRPr>
            </a:lvl6pPr>
            <a:lvl7pPr algn="l">
              <a:defRPr sz="4800" b="1">
                <a:solidFill>
                  <a:srgbClr val="1D293D"/>
                </a:solidFill>
              </a:defRPr>
            </a:lvl7pPr>
            <a:lvl8pPr algn="l">
              <a:defRPr sz="4800" b="1">
                <a:solidFill>
                  <a:srgbClr val="1D293D"/>
                </a:solidFill>
              </a:defRPr>
            </a:lvl8pPr>
            <a:lvl9pPr algn="l">
              <a:defRPr sz="4800" b="1">
                <a:solidFill>
                  <a:srgbClr val="1D293D"/>
                </a:solidFill>
              </a:defRPr>
            </a:lvl9pPr>
          </a:lstStyle>
          <a:p xmlns:a="http://schemas.openxmlformats.org/drawingml/2006/main">
            <a:pPr algn="l">
              <a:lnSpc>
                <a:spcPct val="108000"/>
              </a:lnSpc>
              <a:buNone/>
              <a:defRPr sz="4800" b="1">
                <a:solidFill>
                  <a:srgbClr val="1D293D"/>
                </a:solidFill>
              </a:defRPr>
            </a:pPr>
            <a:r>
              <a:rPr sz="4800" b="1">
                <a:solidFill>
                  <a:srgbClr val="1D293D"/>
                </a:solidFill>
              </a:rPr>
              <a:t>0</a:t>
            </a:r>
          </a:p>
        </p:txBody>
      </p:sp>
      <p:sp>
        <p:nvSpPr>
          <p:cNvPr id="10" name="parse-metric-3-label">
            <a:extLst xmlns:a="http://schemas.openxmlformats.org/drawingml/2006/main">
              <a:ext uri="{FF2B5EF4-FFF2-40B4-BE49-F238E27FC236}">
                <a16:creationId xmlns:a16="http://schemas.microsoft.com/office/drawing/2014/main" id="{71FD1DAD-E1A8-4D4D-88D4-A240DD449240}"/>
              </a:ext>
            </a:extLst>
          </p:cNvPr>
          <p:cNvSpPr>
            <a:spLocks xmlns:a="http://schemas.openxmlformats.org/drawingml/2006/main" noGrp="1"/>
          </p:cNvSpPr>
          <p:nvPr/>
        </p:nvSpPr>
        <p:spPr>
          <a:xfrm xmlns:a="http://schemas.openxmlformats.org/drawingml/2006/main">
            <a:off x="5734050" y="3028950"/>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2748E"/>
                </a:solidFill>
              </a:defRPr>
            </a:defPPr>
            <a:lvl1pPr algn="l">
              <a:defRPr sz="1200" b="0">
                <a:solidFill>
                  <a:srgbClr val="62748E"/>
                </a:solidFill>
              </a:defRPr>
            </a:lvl1pPr>
            <a:lvl2pPr algn="l">
              <a:defRPr sz="1200" b="0">
                <a:solidFill>
                  <a:srgbClr val="62748E"/>
                </a:solidFill>
              </a:defRPr>
            </a:lvl2pPr>
            <a:lvl3pPr algn="l">
              <a:defRPr sz="1200" b="0">
                <a:solidFill>
                  <a:srgbClr val="62748E"/>
                </a:solidFill>
              </a:defRPr>
            </a:lvl3pPr>
            <a:lvl4pPr algn="l">
              <a:defRPr sz="1200" b="0">
                <a:solidFill>
                  <a:srgbClr val="62748E"/>
                </a:solidFill>
              </a:defRPr>
            </a:lvl4pPr>
            <a:lvl5pPr algn="l">
              <a:defRPr sz="1200" b="0">
                <a:solidFill>
                  <a:srgbClr val="62748E"/>
                </a:solidFill>
              </a:defRPr>
            </a:lvl5pPr>
            <a:lvl6pPr algn="l">
              <a:defRPr sz="1200" b="0">
                <a:solidFill>
                  <a:srgbClr val="62748E"/>
                </a:solidFill>
              </a:defRPr>
            </a:lvl6pPr>
            <a:lvl7pPr algn="l">
              <a:defRPr sz="1200" b="0">
                <a:solidFill>
                  <a:srgbClr val="62748E"/>
                </a:solidFill>
              </a:defRPr>
            </a:lvl7pPr>
            <a:lvl8pPr algn="l">
              <a:defRPr sz="1200" b="0">
                <a:solidFill>
                  <a:srgbClr val="62748E"/>
                </a:solidFill>
              </a:defRPr>
            </a:lvl8pPr>
            <a:lvl9pPr algn="l">
              <a:defRPr sz="1200" b="0">
                <a:solidFill>
                  <a:srgbClr val="62748E"/>
                </a:solidFill>
              </a:defRPr>
            </a:lvl9pPr>
          </a:lstStyle>
          <a:p xmlns:a="http://schemas.openxmlformats.org/drawingml/2006/main">
            <a:pPr algn="l">
              <a:lnSpc>
                <a:spcPct val="108000"/>
              </a:lnSpc>
              <a:buNone/>
              <a:defRPr sz="1200" b="0">
                <a:solidFill>
                  <a:srgbClr val="62748E"/>
                </a:solidFill>
              </a:defRPr>
            </a:pPr>
            <a:r>
              <a:rPr sz="1200" b="0">
                <a:solidFill>
                  <a:srgbClr val="62748E"/>
                </a:solidFill>
              </a:rPr>
              <a:t>corrupt characters in the quality sweep</a:t>
            </a:r>
          </a:p>
        </p:txBody>
      </p:sp>
      <p:sp>
        <p:nvSpPr>
          <p:cNvPr id="11" name="parse-body">
            <a:extLst xmlns:a="http://schemas.openxmlformats.org/drawingml/2006/main">
              <a:ext uri="{FF2B5EF4-FFF2-40B4-BE49-F238E27FC236}">
                <a16:creationId xmlns:a16="http://schemas.microsoft.com/office/drawing/2014/main" id="{506A9011-0BC9-42B4-A6C6-EACFDC6E24AD}"/>
              </a:ext>
            </a:extLst>
          </p:cNvPr>
          <p:cNvSpPr>
            <a:spLocks xmlns:a="http://schemas.openxmlformats.org/drawingml/2006/main" noGrp="1"/>
          </p:cNvSpPr>
          <p:nvPr/>
        </p:nvSpPr>
        <p:spPr>
          <a:xfrm xmlns:a="http://schemas.openxmlformats.org/drawingml/2006/main">
            <a:off x="7905750" y="2209800"/>
            <a:ext cx="3238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75" b="0">
                <a:solidFill>
                  <a:srgbClr val="314158"/>
                </a:solidFill>
              </a:defRPr>
            </a:defPPr>
            <a:lvl1pPr algn="l">
              <a:defRPr sz="1575" b="0">
                <a:solidFill>
                  <a:srgbClr val="314158"/>
                </a:solidFill>
              </a:defRPr>
            </a:lvl1pPr>
            <a:lvl2pPr algn="l">
              <a:defRPr sz="1575" b="0">
                <a:solidFill>
                  <a:srgbClr val="314158"/>
                </a:solidFill>
              </a:defRPr>
            </a:lvl2pPr>
            <a:lvl3pPr algn="l">
              <a:defRPr sz="1575" b="0">
                <a:solidFill>
                  <a:srgbClr val="314158"/>
                </a:solidFill>
              </a:defRPr>
            </a:lvl3pPr>
            <a:lvl4pPr algn="l">
              <a:defRPr sz="1575" b="0">
                <a:solidFill>
                  <a:srgbClr val="314158"/>
                </a:solidFill>
              </a:defRPr>
            </a:lvl4pPr>
            <a:lvl5pPr algn="l">
              <a:defRPr sz="1575" b="0">
                <a:solidFill>
                  <a:srgbClr val="314158"/>
                </a:solidFill>
              </a:defRPr>
            </a:lvl5pPr>
            <a:lvl6pPr algn="l">
              <a:defRPr sz="1575" b="0">
                <a:solidFill>
                  <a:srgbClr val="314158"/>
                </a:solidFill>
              </a:defRPr>
            </a:lvl6pPr>
            <a:lvl7pPr algn="l">
              <a:defRPr sz="1575" b="0">
                <a:solidFill>
                  <a:srgbClr val="314158"/>
                </a:solidFill>
              </a:defRPr>
            </a:lvl7pPr>
            <a:lvl8pPr algn="l">
              <a:defRPr sz="1575" b="0">
                <a:solidFill>
                  <a:srgbClr val="314158"/>
                </a:solidFill>
              </a:defRPr>
            </a:lvl8pPr>
            <a:lvl9pPr algn="l">
              <a:defRPr sz="1575" b="0">
                <a:solidFill>
                  <a:srgbClr val="314158"/>
                </a:solidFill>
              </a:defRPr>
            </a:lvl9pPr>
          </a:lstStyle>
          <a:p xmlns:a="http://schemas.openxmlformats.org/drawingml/2006/main">
            <a:pPr algn="l">
              <a:lnSpc>
                <a:spcPct val="115000"/>
              </a:lnSpc>
              <a:buNone/>
              <a:defRPr sz="1575" b="0">
                <a:solidFill>
                  <a:srgbClr val="314158"/>
                </a:solidFill>
              </a:defRPr>
            </a:pPr>
            <a:r>
              <a:rPr sz="1575" b="0">
                <a:solidFill>
                  <a:srgbClr val="314158"/>
                </a:solidFill>
              </a:rPr>
              <a:t>A chunk never crosses a page boundary. Encrypted, damaged, image-only, missing and changing files become distinct outcomes, not one generic failure.</a:t>
            </a:r>
          </a:p>
        </p:txBody>
      </p:sp>
      <p:sp>
        <p:nvSpPr>
          <p:cNvPr id="12" name="footer">
            <a:extLst xmlns:a="http://schemas.openxmlformats.org/drawingml/2006/main">
              <a:ext uri="{FF2B5EF4-FFF2-40B4-BE49-F238E27FC236}">
                <a16:creationId xmlns:a16="http://schemas.microsoft.com/office/drawing/2014/main" id="{F365CA38-2F3F-4EB0-9F86-03D939181E28}"/>
              </a:ext>
            </a:extLst>
          </p:cNvPr>
          <p:cNvSpPr>
            <a:spLocks xmlns:a="http://schemas.openxmlformats.org/drawingml/2006/main" noGrp="1"/>
          </p:cNvSpPr>
          <p:nvPr/>
        </p:nvSpPr>
        <p:spPr>
          <a:xfrm xmlns:a="http://schemas.openxmlformats.org/drawingml/2006/main">
            <a:off x="685800" y="6419850"/>
            <a:ext cx="10820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750" b="0">
                <a:solidFill>
                  <a:srgbClr val="90A1B9"/>
                </a:solidFill>
              </a:defRPr>
            </a:defPPr>
            <a:lvl1pPr algn="l">
              <a:defRPr sz="750" b="0">
                <a:solidFill>
                  <a:srgbClr val="90A1B9"/>
                </a:solidFill>
              </a:defRPr>
            </a:lvl1pPr>
            <a:lvl2pPr algn="l">
              <a:defRPr sz="750" b="0">
                <a:solidFill>
                  <a:srgbClr val="90A1B9"/>
                </a:solidFill>
              </a:defRPr>
            </a:lvl2pPr>
            <a:lvl3pPr algn="l">
              <a:defRPr sz="750" b="0">
                <a:solidFill>
                  <a:srgbClr val="90A1B9"/>
                </a:solidFill>
              </a:defRPr>
            </a:lvl3pPr>
            <a:lvl4pPr algn="l">
              <a:defRPr sz="750" b="0">
                <a:solidFill>
                  <a:srgbClr val="90A1B9"/>
                </a:solidFill>
              </a:defRPr>
            </a:lvl4pPr>
            <a:lvl5pPr algn="l">
              <a:defRPr sz="750" b="0">
                <a:solidFill>
                  <a:srgbClr val="90A1B9"/>
                </a:solidFill>
              </a:defRPr>
            </a:lvl5pPr>
            <a:lvl6pPr algn="l">
              <a:defRPr sz="750" b="0">
                <a:solidFill>
                  <a:srgbClr val="90A1B9"/>
                </a:solidFill>
              </a:defRPr>
            </a:lvl6pPr>
            <a:lvl7pPr algn="l">
              <a:defRPr sz="750" b="0">
                <a:solidFill>
                  <a:srgbClr val="90A1B9"/>
                </a:solidFill>
              </a:defRPr>
            </a:lvl7pPr>
            <a:lvl8pPr algn="l">
              <a:defRPr sz="750" b="0">
                <a:solidFill>
                  <a:srgbClr val="90A1B9"/>
                </a:solidFill>
              </a:defRPr>
            </a:lvl8pPr>
            <a:lvl9pPr algn="l">
              <a:defRPr sz="750" b="0">
                <a:solidFill>
                  <a:srgbClr val="90A1B9"/>
                </a:solidFill>
              </a:defRPr>
            </a:lvl9pPr>
          </a:lstStyle>
          <a:p xmlns:a="http://schemas.openxmlformats.org/drawingml/2006/main">
            <a:pPr algn="l">
              <a:lnSpc>
                <a:spcPct val="108000"/>
              </a:lnSpc>
              <a:buNone/>
              <a:defRPr sz="750" b="0">
                <a:solidFill>
                  <a:srgbClr val="90A1B9"/>
                </a:solidFill>
              </a:defRPr>
            </a:pPr>
            <a:r>
              <a:rPr sz="750" b="0">
                <a:solidFill>
                  <a:srgbClr val="90A1B9"/>
                </a:solidFill>
              </a:rPr>
              <a:t>Page attribution used a different PDF library from the production extractor.</a:t>
            </a:r>
          </a:p>
        </p:txBody>
      </p:sp>
    </p:spTree>
    <p:extLst>
      <p:ext uri="{BB962C8B-B14F-4D97-AF65-F5344CB8AC3E}">
        <p14:creationId xmlns:p14="http://schemas.microsoft.com/office/powerpoint/2010/main" val="1283954744"/>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6" name="eyebrow">
            <a:extLst xmlns:a="http://schemas.openxmlformats.org/drawingml/2006/main">
              <a:ext uri="{FF2B5EF4-FFF2-40B4-BE49-F238E27FC236}">
                <a16:creationId xmlns:a16="http://schemas.microsoft.com/office/drawing/2014/main" id="{E9F76807-0E8E-43BC-B8DA-FA337E1F4285}"/>
              </a:ext>
            </a:extLst>
          </p:cNvPr>
          <p:cNvSpPr>
            <a:spLocks xmlns:a="http://schemas.openxmlformats.org/drawingml/2006/main" noGrp="1"/>
          </p:cNvSpPr>
          <p:nvPr/>
        </p:nvSpPr>
        <p:spPr>
          <a:xfrm xmlns:a="http://schemas.openxmlformats.org/drawingml/2006/main">
            <a:off x="685800" y="26670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900" b="1">
                <a:solidFill>
                  <a:srgbClr val="62748E"/>
                </a:solidFill>
              </a:defRPr>
            </a:defPPr>
            <a:lvl1pPr algn="l">
              <a:defRPr sz="900" b="1">
                <a:solidFill>
                  <a:srgbClr val="62748E"/>
                </a:solidFill>
              </a:defRPr>
            </a:lvl1pPr>
            <a:lvl2pPr algn="l">
              <a:defRPr sz="900" b="1">
                <a:solidFill>
                  <a:srgbClr val="62748E"/>
                </a:solidFill>
              </a:defRPr>
            </a:lvl2pPr>
            <a:lvl3pPr algn="l">
              <a:defRPr sz="900" b="1">
                <a:solidFill>
                  <a:srgbClr val="62748E"/>
                </a:solidFill>
              </a:defRPr>
            </a:lvl3pPr>
            <a:lvl4pPr algn="l">
              <a:defRPr sz="900" b="1">
                <a:solidFill>
                  <a:srgbClr val="62748E"/>
                </a:solidFill>
              </a:defRPr>
            </a:lvl4pPr>
            <a:lvl5pPr algn="l">
              <a:defRPr sz="900" b="1">
                <a:solidFill>
                  <a:srgbClr val="62748E"/>
                </a:solidFill>
              </a:defRPr>
            </a:lvl5pPr>
            <a:lvl6pPr algn="l">
              <a:defRPr sz="900" b="1">
                <a:solidFill>
                  <a:srgbClr val="62748E"/>
                </a:solidFill>
              </a:defRPr>
            </a:lvl6pPr>
            <a:lvl7pPr algn="l">
              <a:defRPr sz="900" b="1">
                <a:solidFill>
                  <a:srgbClr val="62748E"/>
                </a:solidFill>
              </a:defRPr>
            </a:lvl7pPr>
            <a:lvl8pPr algn="l">
              <a:defRPr sz="900" b="1">
                <a:solidFill>
                  <a:srgbClr val="62748E"/>
                </a:solidFill>
              </a:defRPr>
            </a:lvl8pPr>
            <a:lvl9pPr algn="l">
              <a:defRPr sz="900" b="1">
                <a:solidFill>
                  <a:srgbClr val="62748E"/>
                </a:solidFill>
              </a:defRPr>
            </a:lvl9pPr>
          </a:lstStyle>
          <a:p xmlns:a="http://schemas.openxmlformats.org/drawingml/2006/main">
            <a:pPr algn="l">
              <a:lnSpc>
                <a:spcPct val="108000"/>
              </a:lnSpc>
              <a:buNone/>
              <a:defRPr sz="900" b="1">
                <a:solidFill>
                  <a:srgbClr val="62748E"/>
                </a:solidFill>
              </a:defRPr>
            </a:pPr>
            <a:r>
              <a:rPr sz="900" b="1">
                <a:solidFill>
                  <a:srgbClr val="62748E"/>
                </a:solidFill>
              </a:rPr>
              <a:t>TEAM 11  /  B / REVIEW</a:t>
            </a:r>
          </a:p>
        </p:txBody>
      </p:sp>
      <p:sp>
        <p:nvSpPr>
          <p:cNvPr id="2" name="page">
            <a:extLst xmlns:a="http://schemas.openxmlformats.org/drawingml/2006/main">
              <a:ext uri="{FF2B5EF4-FFF2-40B4-BE49-F238E27FC236}">
                <a16:creationId xmlns:a16="http://schemas.microsoft.com/office/drawing/2014/main" id="{BED1826B-4963-4699-8A3B-AFE272E16B5B}"/>
              </a:ext>
            </a:extLst>
          </p:cNvPr>
          <p:cNvSpPr>
            <a:spLocks xmlns:a="http://schemas.openxmlformats.org/drawingml/2006/main" noGrp="1"/>
          </p:cNvSpPr>
          <p:nvPr/>
        </p:nvSpPr>
        <p:spPr>
          <a:xfrm xmlns:a="http://schemas.openxmlformats.org/drawingml/2006/main">
            <a:off x="11049000" y="2476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900" b="1">
                <a:solidFill>
                  <a:srgbClr val="90A1B9"/>
                </a:solidFill>
              </a:defRPr>
            </a:defPPr>
            <a:lvl1pPr algn="r">
              <a:defRPr sz="900" b="1">
                <a:solidFill>
                  <a:srgbClr val="90A1B9"/>
                </a:solidFill>
              </a:defRPr>
            </a:lvl1pPr>
            <a:lvl2pPr algn="r">
              <a:defRPr sz="900" b="1">
                <a:solidFill>
                  <a:srgbClr val="90A1B9"/>
                </a:solidFill>
              </a:defRPr>
            </a:lvl2pPr>
            <a:lvl3pPr algn="r">
              <a:defRPr sz="900" b="1">
                <a:solidFill>
                  <a:srgbClr val="90A1B9"/>
                </a:solidFill>
              </a:defRPr>
            </a:lvl3pPr>
            <a:lvl4pPr algn="r">
              <a:defRPr sz="900" b="1">
                <a:solidFill>
                  <a:srgbClr val="90A1B9"/>
                </a:solidFill>
              </a:defRPr>
            </a:lvl4pPr>
            <a:lvl5pPr algn="r">
              <a:defRPr sz="900" b="1">
                <a:solidFill>
                  <a:srgbClr val="90A1B9"/>
                </a:solidFill>
              </a:defRPr>
            </a:lvl5pPr>
            <a:lvl6pPr algn="r">
              <a:defRPr sz="900" b="1">
                <a:solidFill>
                  <a:srgbClr val="90A1B9"/>
                </a:solidFill>
              </a:defRPr>
            </a:lvl6pPr>
            <a:lvl7pPr algn="r">
              <a:defRPr sz="900" b="1">
                <a:solidFill>
                  <a:srgbClr val="90A1B9"/>
                </a:solidFill>
              </a:defRPr>
            </a:lvl7pPr>
            <a:lvl8pPr algn="r">
              <a:defRPr sz="900" b="1">
                <a:solidFill>
                  <a:srgbClr val="90A1B9"/>
                </a:solidFill>
              </a:defRPr>
            </a:lvl8pPr>
            <a:lvl9pPr algn="r">
              <a:defRPr sz="900" b="1">
                <a:solidFill>
                  <a:srgbClr val="90A1B9"/>
                </a:solidFill>
              </a:defRPr>
            </a:lvl9pPr>
          </a:lstStyle>
          <a:p xmlns:a="http://schemas.openxmlformats.org/drawingml/2006/main">
            <a:pPr algn="r">
              <a:lnSpc>
                <a:spcPct val="108000"/>
              </a:lnSpc>
              <a:buNone/>
              <a:defRPr sz="900" b="1">
                <a:solidFill>
                  <a:srgbClr val="90A1B9"/>
                </a:solidFill>
              </a:defRPr>
            </a:pPr>
            <a:r>
              <a:rPr sz="900" b="1">
                <a:solidFill>
                  <a:srgbClr val="90A1B9"/>
                </a:solidFill>
              </a:rPr>
              <a:t>06</a:t>
            </a:r>
          </a:p>
        </p:txBody>
      </p:sp>
      <p:sp>
        <p:nvSpPr>
          <p:cNvPr id="3" name="review-rule">
            <a:extLst xmlns:a="http://schemas.openxmlformats.org/drawingml/2006/main">
              <a:ext uri="{FF2B5EF4-FFF2-40B4-BE49-F238E27FC236}">
                <a16:creationId xmlns:a16="http://schemas.microsoft.com/office/drawing/2014/main" id="{85A6D451-31BC-4D86-AFA6-97CC4B2FE818}"/>
              </a:ext>
            </a:extLst>
          </p:cNvPr>
          <p:cNvSpPr>
            <a:spLocks xmlns:a="http://schemas.openxmlformats.org/drawingml/2006/main" noGrp="1"/>
          </p:cNvSpPr>
          <p:nvPr/>
        </p:nvSpPr>
        <p:spPr>
          <a:xfrm xmlns:a="http://schemas.openxmlformats.org/drawingml/2006/main">
            <a:off x="685800" y="552450"/>
            <a:ext cx="514350" cy="47625"/>
          </a:xfrm>
          <a:prstGeom xmlns:a="http://schemas.openxmlformats.org/drawingml/2006/main" prst="rect">
            <a:avLst/>
          </a:prstGeom>
          <a:solidFill xmlns:a="http://schemas.openxmlformats.org/drawingml/2006/main">
            <a:srgbClr val="0084D1"/>
          </a:solidFill>
          <a:ln xmlns:a="http://schemas.openxmlformats.org/drawingml/2006/main" w="0">
            <a:noFill/>
            <a:prstDash val="solid"/>
          </a:ln>
        </p:spPr>
      </p:sp>
      <p:sp>
        <p:nvSpPr>
          <p:cNvPr id="4" name="title">
            <a:extLst xmlns:a="http://schemas.openxmlformats.org/drawingml/2006/main">
              <a:ext uri="{FF2B5EF4-FFF2-40B4-BE49-F238E27FC236}">
                <a16:creationId xmlns:a16="http://schemas.microsoft.com/office/drawing/2014/main" id="{5A380B16-55C3-4436-8A4B-038F8C940BDD}"/>
              </a:ext>
            </a:extLst>
          </p:cNvPr>
          <p:cNvSpPr>
            <a:spLocks xmlns:a="http://schemas.openxmlformats.org/drawingml/2006/main" noGrp="1"/>
          </p:cNvSpPr>
          <p:nvPr/>
        </p:nvSpPr>
        <p:spPr>
          <a:xfrm xmlns:a="http://schemas.openxmlformats.org/drawingml/2006/main">
            <a:off x="685800" y="685800"/>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00" b="1">
                <a:solidFill>
                  <a:srgbClr val="020618"/>
                </a:solidFill>
              </a:defRPr>
            </a:defPPr>
            <a:lvl1pPr algn="l">
              <a:defRPr sz="3000" b="1">
                <a:solidFill>
                  <a:srgbClr val="020618"/>
                </a:solidFill>
              </a:defRPr>
            </a:lvl1pPr>
            <a:lvl2pPr algn="l">
              <a:defRPr sz="3000" b="1">
                <a:solidFill>
                  <a:srgbClr val="020618"/>
                </a:solidFill>
              </a:defRPr>
            </a:lvl2pPr>
            <a:lvl3pPr algn="l">
              <a:defRPr sz="3000" b="1">
                <a:solidFill>
                  <a:srgbClr val="020618"/>
                </a:solidFill>
              </a:defRPr>
            </a:lvl3pPr>
            <a:lvl4pPr algn="l">
              <a:defRPr sz="3000" b="1">
                <a:solidFill>
                  <a:srgbClr val="020618"/>
                </a:solidFill>
              </a:defRPr>
            </a:lvl4pPr>
            <a:lvl5pPr algn="l">
              <a:defRPr sz="3000" b="1">
                <a:solidFill>
                  <a:srgbClr val="020618"/>
                </a:solidFill>
              </a:defRPr>
            </a:lvl5pPr>
            <a:lvl6pPr algn="l">
              <a:defRPr sz="3000" b="1">
                <a:solidFill>
                  <a:srgbClr val="020618"/>
                </a:solidFill>
              </a:defRPr>
            </a:lvl6pPr>
            <a:lvl7pPr algn="l">
              <a:defRPr sz="3000" b="1">
                <a:solidFill>
                  <a:srgbClr val="020618"/>
                </a:solidFill>
              </a:defRPr>
            </a:lvl7pPr>
            <a:lvl8pPr algn="l">
              <a:defRPr sz="3000" b="1">
                <a:solidFill>
                  <a:srgbClr val="020618"/>
                </a:solidFill>
              </a:defRPr>
            </a:lvl8pPr>
            <a:lvl9pPr algn="l">
              <a:defRPr sz="3000" b="1">
                <a:solidFill>
                  <a:srgbClr val="020618"/>
                </a:solidFill>
              </a:defRPr>
            </a:lvl9pPr>
          </a:lstStyle>
          <a:p xmlns:a="http://schemas.openxmlformats.org/drawingml/2006/main">
            <a:pPr algn="l">
              <a:lnSpc>
                <a:spcPct val="105000"/>
              </a:lnSpc>
              <a:buNone/>
              <a:defRPr sz="3000" b="1">
                <a:solidFill>
                  <a:srgbClr val="020618"/>
                </a:solidFill>
              </a:defRPr>
            </a:pPr>
            <a:r>
              <a:rPr sz="3000" b="1">
                <a:solidFill>
                  <a:srgbClr val="020618"/>
                </a:solidFill>
              </a:rPr>
              <a:t>Human decisions survive reprocessing</a:t>
            </a:r>
          </a:p>
        </p:txBody>
      </p:sp>
      <p:sp>
        <p:nvSpPr>
          <p:cNvPr id="5" name="review-rule-1">
            <a:extLst xmlns:a="http://schemas.openxmlformats.org/drawingml/2006/main">
              <a:ext uri="{FF2B5EF4-FFF2-40B4-BE49-F238E27FC236}">
                <a16:creationId xmlns:a16="http://schemas.microsoft.com/office/drawing/2014/main" id="{25F36F6B-297A-430D-853E-B057479DE077}"/>
              </a:ext>
            </a:extLst>
          </p:cNvPr>
          <p:cNvSpPr>
            <a:spLocks xmlns:a="http://schemas.openxmlformats.org/drawingml/2006/main" noGrp="1"/>
          </p:cNvSpPr>
          <p:nvPr/>
        </p:nvSpPr>
        <p:spPr>
          <a:xfrm xmlns:a="http://schemas.openxmlformats.org/drawingml/2006/main">
            <a:off x="762000" y="2266950"/>
            <a:ext cx="3048000" cy="19050"/>
          </a:xfrm>
          <a:prstGeom xmlns:a="http://schemas.openxmlformats.org/drawingml/2006/main" prst="rect">
            <a:avLst/>
          </a:prstGeom>
          <a:solidFill xmlns:a="http://schemas.openxmlformats.org/drawingml/2006/main">
            <a:srgbClr val="CAD5E2"/>
          </a:solidFill>
          <a:ln xmlns:a="http://schemas.openxmlformats.org/drawingml/2006/main" w="0">
            <a:noFill/>
            <a:prstDash val="solid"/>
          </a:ln>
        </p:spPr>
      </p:sp>
      <p:sp>
        <p:nvSpPr>
          <p:cNvPr id="6" name="review-card-1-title">
            <a:extLst xmlns:a="http://schemas.openxmlformats.org/drawingml/2006/main">
              <a:ext uri="{FF2B5EF4-FFF2-40B4-BE49-F238E27FC236}">
                <a16:creationId xmlns:a16="http://schemas.microsoft.com/office/drawing/2014/main" id="{C060FBEB-35CF-4FAD-9A82-DEFBACE993BB}"/>
              </a:ext>
            </a:extLst>
          </p:cNvPr>
          <p:cNvSpPr>
            <a:spLocks xmlns:a="http://schemas.openxmlformats.org/drawingml/2006/main" noGrp="1"/>
          </p:cNvSpPr>
          <p:nvPr/>
        </p:nvSpPr>
        <p:spPr>
          <a:xfrm xmlns:a="http://schemas.openxmlformats.org/drawingml/2006/main">
            <a:off x="762000" y="251460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0F172B"/>
                </a:solidFill>
              </a:defRPr>
            </a:defPPr>
            <a:lvl1pPr algn="l">
              <a:defRPr sz="1800" b="1">
                <a:solidFill>
                  <a:srgbClr val="0F172B"/>
                </a:solidFill>
              </a:defRPr>
            </a:lvl1pPr>
            <a:lvl2pPr algn="l">
              <a:defRPr sz="1800" b="1">
                <a:solidFill>
                  <a:srgbClr val="0F172B"/>
                </a:solidFill>
              </a:defRPr>
            </a:lvl2pPr>
            <a:lvl3pPr algn="l">
              <a:defRPr sz="1800" b="1">
                <a:solidFill>
                  <a:srgbClr val="0F172B"/>
                </a:solidFill>
              </a:defRPr>
            </a:lvl3pPr>
            <a:lvl4pPr algn="l">
              <a:defRPr sz="1800" b="1">
                <a:solidFill>
                  <a:srgbClr val="0F172B"/>
                </a:solidFill>
              </a:defRPr>
            </a:lvl4pPr>
            <a:lvl5pPr algn="l">
              <a:defRPr sz="1800" b="1">
                <a:solidFill>
                  <a:srgbClr val="0F172B"/>
                </a:solidFill>
              </a:defRPr>
            </a:lvl5pPr>
            <a:lvl6pPr algn="l">
              <a:defRPr sz="1800" b="1">
                <a:solidFill>
                  <a:srgbClr val="0F172B"/>
                </a:solidFill>
              </a:defRPr>
            </a:lvl6pPr>
            <a:lvl7pPr algn="l">
              <a:defRPr sz="1800" b="1">
                <a:solidFill>
                  <a:srgbClr val="0F172B"/>
                </a:solidFill>
              </a:defRPr>
            </a:lvl7pPr>
            <a:lvl8pPr algn="l">
              <a:defRPr sz="1800" b="1">
                <a:solidFill>
                  <a:srgbClr val="0F172B"/>
                </a:solidFill>
              </a:defRPr>
            </a:lvl8pPr>
            <a:lvl9pPr algn="l">
              <a:defRPr sz="1800" b="1">
                <a:solidFill>
                  <a:srgbClr val="0F172B"/>
                </a:solidFill>
              </a:defRPr>
            </a:lvl9pPr>
          </a:lstStyle>
          <a:p xmlns:a="http://schemas.openxmlformats.org/drawingml/2006/main">
            <a:pPr algn="l">
              <a:lnSpc>
                <a:spcPct val="108000"/>
              </a:lnSpc>
              <a:buNone/>
              <a:defRPr sz="1800" b="1">
                <a:solidFill>
                  <a:srgbClr val="0F172B"/>
                </a:solidFill>
              </a:defRPr>
            </a:pPr>
            <a:r>
              <a:rPr sz="1800" b="1">
                <a:solidFill>
                  <a:srgbClr val="0F172B"/>
                </a:solidFill>
              </a:rPr>
              <a:t>Candidate</a:t>
            </a:r>
          </a:p>
        </p:txBody>
      </p:sp>
      <p:sp>
        <p:nvSpPr>
          <p:cNvPr id="7" name="review-card-1-body">
            <a:extLst xmlns:a="http://schemas.openxmlformats.org/drawingml/2006/main">
              <a:ext uri="{FF2B5EF4-FFF2-40B4-BE49-F238E27FC236}">
                <a16:creationId xmlns:a16="http://schemas.microsoft.com/office/drawing/2014/main" id="{5C2CC4E5-4E18-48C3-A81D-A6EEEDC7314F}"/>
              </a:ext>
            </a:extLst>
          </p:cNvPr>
          <p:cNvSpPr>
            <a:spLocks xmlns:a="http://schemas.openxmlformats.org/drawingml/2006/main" noGrp="1"/>
          </p:cNvSpPr>
          <p:nvPr/>
        </p:nvSpPr>
        <p:spPr>
          <a:xfrm xmlns:a="http://schemas.openxmlformats.org/drawingml/2006/main">
            <a:off x="762000" y="3009900"/>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0">
                <a:solidFill>
                  <a:srgbClr val="45556C"/>
                </a:solidFill>
              </a:defRPr>
            </a:defPPr>
            <a:lvl1pPr algn="l">
              <a:defRPr sz="1425" b="0">
                <a:solidFill>
                  <a:srgbClr val="45556C"/>
                </a:solidFill>
              </a:defRPr>
            </a:lvl1pPr>
            <a:lvl2pPr algn="l">
              <a:defRPr sz="1425" b="0">
                <a:solidFill>
                  <a:srgbClr val="45556C"/>
                </a:solidFill>
              </a:defRPr>
            </a:lvl2pPr>
            <a:lvl3pPr algn="l">
              <a:defRPr sz="1425" b="0">
                <a:solidFill>
                  <a:srgbClr val="45556C"/>
                </a:solidFill>
              </a:defRPr>
            </a:lvl3pPr>
            <a:lvl4pPr algn="l">
              <a:defRPr sz="1425" b="0">
                <a:solidFill>
                  <a:srgbClr val="45556C"/>
                </a:solidFill>
              </a:defRPr>
            </a:lvl4pPr>
            <a:lvl5pPr algn="l">
              <a:defRPr sz="1425" b="0">
                <a:solidFill>
                  <a:srgbClr val="45556C"/>
                </a:solidFill>
              </a:defRPr>
            </a:lvl5pPr>
            <a:lvl6pPr algn="l">
              <a:defRPr sz="1425" b="0">
                <a:solidFill>
                  <a:srgbClr val="45556C"/>
                </a:solidFill>
              </a:defRPr>
            </a:lvl6pPr>
            <a:lvl7pPr algn="l">
              <a:defRPr sz="1425" b="0">
                <a:solidFill>
                  <a:srgbClr val="45556C"/>
                </a:solidFill>
              </a:defRPr>
            </a:lvl7pPr>
            <a:lvl8pPr algn="l">
              <a:defRPr sz="1425" b="0">
                <a:solidFill>
                  <a:srgbClr val="45556C"/>
                </a:solidFill>
              </a:defRPr>
            </a:lvl8pPr>
            <a:lvl9pPr algn="l">
              <a:defRPr sz="1425" b="0">
                <a:solidFill>
                  <a:srgbClr val="45556C"/>
                </a:solidFill>
              </a:defRPr>
            </a:lvl9pPr>
          </a:lstStyle>
          <a:p xmlns:a="http://schemas.openxmlformats.org/drawingml/2006/main">
            <a:pPr algn="l">
              <a:lnSpc>
                <a:spcPct val="108000"/>
              </a:lnSpc>
              <a:buNone/>
              <a:defRPr sz="1425" b="0">
                <a:solidFill>
                  <a:srgbClr val="45556C"/>
                </a:solidFill>
              </a:defRPr>
            </a:pPr>
            <a:r>
              <a:rPr sz="1425" b="0">
                <a:solidFill>
                  <a:srgbClr val="45556C"/>
                </a:solidFill>
              </a:rPr>
              <a:t>Person, project or topic</a:t>
            </a:r>
          </a:p>
          <a:p xmlns:a="http://schemas.openxmlformats.org/drawingml/2006/main">
            <a:pPr algn="l">
              <a:lnSpc>
                <a:spcPct val="108000"/>
              </a:lnSpc>
              <a:buNone/>
              <a:defRPr sz="1425" b="0">
                <a:solidFill>
                  <a:srgbClr val="45556C"/>
                </a:solidFill>
              </a:defRPr>
            </a:pPr>
            <a:r>
              <a:rPr sz="1425" b="0">
                <a:solidFill>
                  <a:srgbClr val="45556C"/>
                </a:solidFill>
              </a:rPr>
              <a:t>with page, quote and offsets</a:t>
            </a:r>
          </a:p>
        </p:txBody>
      </p:sp>
      <p:sp>
        <p:nvSpPr>
          <p:cNvPr id="8" name="review-rule-2">
            <a:extLst xmlns:a="http://schemas.openxmlformats.org/drawingml/2006/main">
              <a:ext uri="{FF2B5EF4-FFF2-40B4-BE49-F238E27FC236}">
                <a16:creationId xmlns:a16="http://schemas.microsoft.com/office/drawing/2014/main" id="{0C3746D9-10BA-4E43-8B3D-0828B0693148}"/>
              </a:ext>
            </a:extLst>
          </p:cNvPr>
          <p:cNvSpPr>
            <a:spLocks xmlns:a="http://schemas.openxmlformats.org/drawingml/2006/main" noGrp="1"/>
          </p:cNvSpPr>
          <p:nvPr/>
        </p:nvSpPr>
        <p:spPr>
          <a:xfrm xmlns:a="http://schemas.openxmlformats.org/drawingml/2006/main">
            <a:off x="4324350" y="2266950"/>
            <a:ext cx="3048000" cy="19050"/>
          </a:xfrm>
          <a:prstGeom xmlns:a="http://schemas.openxmlformats.org/drawingml/2006/main" prst="rect">
            <a:avLst/>
          </a:prstGeom>
          <a:solidFill xmlns:a="http://schemas.openxmlformats.org/drawingml/2006/main">
            <a:srgbClr val="74D4FF"/>
          </a:solidFill>
          <a:ln xmlns:a="http://schemas.openxmlformats.org/drawingml/2006/main" w="0">
            <a:noFill/>
            <a:prstDash val="solid"/>
          </a:ln>
        </p:spPr>
      </p:sp>
      <p:sp>
        <p:nvSpPr>
          <p:cNvPr id="9" name="review-card-2-title">
            <a:extLst xmlns:a="http://schemas.openxmlformats.org/drawingml/2006/main">
              <a:ext uri="{FF2B5EF4-FFF2-40B4-BE49-F238E27FC236}">
                <a16:creationId xmlns:a16="http://schemas.microsoft.com/office/drawing/2014/main" id="{A38FC53E-E2A4-4BD8-89A8-FF220C17EAD5}"/>
              </a:ext>
            </a:extLst>
          </p:cNvPr>
          <p:cNvSpPr>
            <a:spLocks xmlns:a="http://schemas.openxmlformats.org/drawingml/2006/main" noGrp="1"/>
          </p:cNvSpPr>
          <p:nvPr/>
        </p:nvSpPr>
        <p:spPr>
          <a:xfrm xmlns:a="http://schemas.openxmlformats.org/drawingml/2006/main">
            <a:off x="4324350" y="251460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024A70"/>
                </a:solidFill>
              </a:defRPr>
            </a:defPPr>
            <a:lvl1pPr algn="l">
              <a:defRPr sz="1800" b="1">
                <a:solidFill>
                  <a:srgbClr val="024A70"/>
                </a:solidFill>
              </a:defRPr>
            </a:lvl1pPr>
            <a:lvl2pPr algn="l">
              <a:defRPr sz="1800" b="1">
                <a:solidFill>
                  <a:srgbClr val="024A70"/>
                </a:solidFill>
              </a:defRPr>
            </a:lvl2pPr>
            <a:lvl3pPr algn="l">
              <a:defRPr sz="1800" b="1">
                <a:solidFill>
                  <a:srgbClr val="024A70"/>
                </a:solidFill>
              </a:defRPr>
            </a:lvl3pPr>
            <a:lvl4pPr algn="l">
              <a:defRPr sz="1800" b="1">
                <a:solidFill>
                  <a:srgbClr val="024A70"/>
                </a:solidFill>
              </a:defRPr>
            </a:lvl4pPr>
            <a:lvl5pPr algn="l">
              <a:defRPr sz="1800" b="1">
                <a:solidFill>
                  <a:srgbClr val="024A70"/>
                </a:solidFill>
              </a:defRPr>
            </a:lvl5pPr>
            <a:lvl6pPr algn="l">
              <a:defRPr sz="1800" b="1">
                <a:solidFill>
                  <a:srgbClr val="024A70"/>
                </a:solidFill>
              </a:defRPr>
            </a:lvl6pPr>
            <a:lvl7pPr algn="l">
              <a:defRPr sz="1800" b="1">
                <a:solidFill>
                  <a:srgbClr val="024A70"/>
                </a:solidFill>
              </a:defRPr>
            </a:lvl7pPr>
            <a:lvl8pPr algn="l">
              <a:defRPr sz="1800" b="1">
                <a:solidFill>
                  <a:srgbClr val="024A70"/>
                </a:solidFill>
              </a:defRPr>
            </a:lvl8pPr>
            <a:lvl9pPr algn="l">
              <a:defRPr sz="1800" b="1">
                <a:solidFill>
                  <a:srgbClr val="024A70"/>
                </a:solidFill>
              </a:defRPr>
            </a:lvl9pPr>
          </a:lstStyle>
          <a:p xmlns:a="http://schemas.openxmlformats.org/drawingml/2006/main">
            <a:pPr algn="l">
              <a:lnSpc>
                <a:spcPct val="108000"/>
              </a:lnSpc>
              <a:buNone/>
              <a:defRPr sz="1800" b="1">
                <a:solidFill>
                  <a:srgbClr val="024A70"/>
                </a:solidFill>
              </a:defRPr>
            </a:pPr>
            <a:r>
              <a:rPr sz="1800" b="1">
                <a:solidFill>
                  <a:srgbClr val="024A70"/>
                </a:solidFill>
              </a:rPr>
              <a:t>Decision</a:t>
            </a:r>
          </a:p>
        </p:txBody>
      </p:sp>
      <p:sp>
        <p:nvSpPr>
          <p:cNvPr id="10" name="review-card-2-body">
            <a:extLst xmlns:a="http://schemas.openxmlformats.org/drawingml/2006/main">
              <a:ext uri="{FF2B5EF4-FFF2-40B4-BE49-F238E27FC236}">
                <a16:creationId xmlns:a16="http://schemas.microsoft.com/office/drawing/2014/main" id="{30831575-1485-4EDF-8C03-7984D2AAC2AF}"/>
              </a:ext>
            </a:extLst>
          </p:cNvPr>
          <p:cNvSpPr>
            <a:spLocks xmlns:a="http://schemas.openxmlformats.org/drawingml/2006/main" noGrp="1"/>
          </p:cNvSpPr>
          <p:nvPr/>
        </p:nvSpPr>
        <p:spPr>
          <a:xfrm xmlns:a="http://schemas.openxmlformats.org/drawingml/2006/main">
            <a:off x="4324350" y="3009900"/>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0">
                <a:solidFill>
                  <a:srgbClr val="00598A"/>
                </a:solidFill>
              </a:defRPr>
            </a:defPPr>
            <a:lvl1pPr algn="l">
              <a:defRPr sz="1425" b="0">
                <a:solidFill>
                  <a:srgbClr val="00598A"/>
                </a:solidFill>
              </a:defRPr>
            </a:lvl1pPr>
            <a:lvl2pPr algn="l">
              <a:defRPr sz="1425" b="0">
                <a:solidFill>
                  <a:srgbClr val="00598A"/>
                </a:solidFill>
              </a:defRPr>
            </a:lvl2pPr>
            <a:lvl3pPr algn="l">
              <a:defRPr sz="1425" b="0">
                <a:solidFill>
                  <a:srgbClr val="00598A"/>
                </a:solidFill>
              </a:defRPr>
            </a:lvl3pPr>
            <a:lvl4pPr algn="l">
              <a:defRPr sz="1425" b="0">
                <a:solidFill>
                  <a:srgbClr val="00598A"/>
                </a:solidFill>
              </a:defRPr>
            </a:lvl4pPr>
            <a:lvl5pPr algn="l">
              <a:defRPr sz="1425" b="0">
                <a:solidFill>
                  <a:srgbClr val="00598A"/>
                </a:solidFill>
              </a:defRPr>
            </a:lvl5pPr>
            <a:lvl6pPr algn="l">
              <a:defRPr sz="1425" b="0">
                <a:solidFill>
                  <a:srgbClr val="00598A"/>
                </a:solidFill>
              </a:defRPr>
            </a:lvl6pPr>
            <a:lvl7pPr algn="l">
              <a:defRPr sz="1425" b="0">
                <a:solidFill>
                  <a:srgbClr val="00598A"/>
                </a:solidFill>
              </a:defRPr>
            </a:lvl7pPr>
            <a:lvl8pPr algn="l">
              <a:defRPr sz="1425" b="0">
                <a:solidFill>
                  <a:srgbClr val="00598A"/>
                </a:solidFill>
              </a:defRPr>
            </a:lvl8pPr>
            <a:lvl9pPr algn="l">
              <a:defRPr sz="1425" b="0">
                <a:solidFill>
                  <a:srgbClr val="00598A"/>
                </a:solidFill>
              </a:defRPr>
            </a:lvl9pPr>
          </a:lstStyle>
          <a:p xmlns:a="http://schemas.openxmlformats.org/drawingml/2006/main">
            <a:pPr algn="l">
              <a:lnSpc>
                <a:spcPct val="108000"/>
              </a:lnSpc>
              <a:buNone/>
              <a:defRPr sz="1425" b="0">
                <a:solidFill>
                  <a:srgbClr val="00598A"/>
                </a:solidFill>
              </a:defRPr>
            </a:pPr>
            <a:r>
              <a:rPr sz="1425" b="0">
                <a:solidFill>
                  <a:srgbClr val="00598A"/>
                </a:solidFill>
              </a:rPr>
              <a:t>Confirm, correct or reject</a:t>
            </a:r>
          </a:p>
          <a:p xmlns:a="http://schemas.openxmlformats.org/drawingml/2006/main">
            <a:pPr algn="l">
              <a:lnSpc>
                <a:spcPct val="108000"/>
              </a:lnSpc>
              <a:buNone/>
              <a:defRPr sz="1425" b="0">
                <a:solidFill>
                  <a:srgbClr val="00598A"/>
                </a:solidFill>
              </a:defRPr>
            </a:pPr>
            <a:r>
              <a:rPr sz="1425" b="0">
                <a:solidFill>
                  <a:srgbClr val="00598A"/>
                </a:solidFill>
              </a:rPr>
              <a:t>with a revision guard</a:t>
            </a:r>
          </a:p>
        </p:txBody>
      </p:sp>
      <p:sp>
        <p:nvSpPr>
          <p:cNvPr id="11" name="review-rule-3">
            <a:extLst xmlns:a="http://schemas.openxmlformats.org/drawingml/2006/main">
              <a:ext uri="{FF2B5EF4-FFF2-40B4-BE49-F238E27FC236}">
                <a16:creationId xmlns:a16="http://schemas.microsoft.com/office/drawing/2014/main" id="{519C852A-F806-4F75-8ED6-3039B98AD879}"/>
              </a:ext>
            </a:extLst>
          </p:cNvPr>
          <p:cNvSpPr>
            <a:spLocks xmlns:a="http://schemas.openxmlformats.org/drawingml/2006/main" noGrp="1"/>
          </p:cNvSpPr>
          <p:nvPr/>
        </p:nvSpPr>
        <p:spPr>
          <a:xfrm xmlns:a="http://schemas.openxmlformats.org/drawingml/2006/main">
            <a:off x="7886700" y="2266950"/>
            <a:ext cx="3048000" cy="19050"/>
          </a:xfrm>
          <a:prstGeom xmlns:a="http://schemas.openxmlformats.org/drawingml/2006/main" prst="rect">
            <a:avLst/>
          </a:prstGeom>
          <a:solidFill xmlns:a="http://schemas.openxmlformats.org/drawingml/2006/main">
            <a:srgbClr val="5EE9B5"/>
          </a:solidFill>
          <a:ln xmlns:a="http://schemas.openxmlformats.org/drawingml/2006/main" w="0">
            <a:noFill/>
            <a:prstDash val="solid"/>
          </a:ln>
        </p:spPr>
      </p:sp>
      <p:sp>
        <p:nvSpPr>
          <p:cNvPr id="12" name="review-card-3-title">
            <a:extLst xmlns:a="http://schemas.openxmlformats.org/drawingml/2006/main">
              <a:ext uri="{FF2B5EF4-FFF2-40B4-BE49-F238E27FC236}">
                <a16:creationId xmlns:a16="http://schemas.microsoft.com/office/drawing/2014/main" id="{4C28740D-6C9B-4A60-BF64-77B8DDEDA5F5}"/>
              </a:ext>
            </a:extLst>
          </p:cNvPr>
          <p:cNvSpPr>
            <a:spLocks xmlns:a="http://schemas.openxmlformats.org/drawingml/2006/main" noGrp="1"/>
          </p:cNvSpPr>
          <p:nvPr/>
        </p:nvSpPr>
        <p:spPr>
          <a:xfrm xmlns:a="http://schemas.openxmlformats.org/drawingml/2006/main">
            <a:off x="7886700" y="251460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004F3B"/>
                </a:solidFill>
              </a:defRPr>
            </a:defPPr>
            <a:lvl1pPr algn="l">
              <a:defRPr sz="1800" b="1">
                <a:solidFill>
                  <a:srgbClr val="004F3B"/>
                </a:solidFill>
              </a:defRPr>
            </a:lvl1pPr>
            <a:lvl2pPr algn="l">
              <a:defRPr sz="1800" b="1">
                <a:solidFill>
                  <a:srgbClr val="004F3B"/>
                </a:solidFill>
              </a:defRPr>
            </a:lvl2pPr>
            <a:lvl3pPr algn="l">
              <a:defRPr sz="1800" b="1">
                <a:solidFill>
                  <a:srgbClr val="004F3B"/>
                </a:solidFill>
              </a:defRPr>
            </a:lvl3pPr>
            <a:lvl4pPr algn="l">
              <a:defRPr sz="1800" b="1">
                <a:solidFill>
                  <a:srgbClr val="004F3B"/>
                </a:solidFill>
              </a:defRPr>
            </a:lvl4pPr>
            <a:lvl5pPr algn="l">
              <a:defRPr sz="1800" b="1">
                <a:solidFill>
                  <a:srgbClr val="004F3B"/>
                </a:solidFill>
              </a:defRPr>
            </a:lvl5pPr>
            <a:lvl6pPr algn="l">
              <a:defRPr sz="1800" b="1">
                <a:solidFill>
                  <a:srgbClr val="004F3B"/>
                </a:solidFill>
              </a:defRPr>
            </a:lvl6pPr>
            <a:lvl7pPr algn="l">
              <a:defRPr sz="1800" b="1">
                <a:solidFill>
                  <a:srgbClr val="004F3B"/>
                </a:solidFill>
              </a:defRPr>
            </a:lvl7pPr>
            <a:lvl8pPr algn="l">
              <a:defRPr sz="1800" b="1">
                <a:solidFill>
                  <a:srgbClr val="004F3B"/>
                </a:solidFill>
              </a:defRPr>
            </a:lvl8pPr>
            <a:lvl9pPr algn="l">
              <a:defRPr sz="1800" b="1">
                <a:solidFill>
                  <a:srgbClr val="004F3B"/>
                </a:solidFill>
              </a:defRPr>
            </a:lvl9pPr>
          </a:lstStyle>
          <a:p xmlns:a="http://schemas.openxmlformats.org/drawingml/2006/main">
            <a:pPr algn="l">
              <a:lnSpc>
                <a:spcPct val="108000"/>
              </a:lnSpc>
              <a:buNone/>
              <a:defRPr sz="1800" b="1">
                <a:solidFill>
                  <a:srgbClr val="004F3B"/>
                </a:solidFill>
              </a:defRPr>
            </a:pPr>
            <a:r>
              <a:rPr sz="1800" b="1">
                <a:solidFill>
                  <a:srgbClr val="004F3B"/>
                </a:solidFill>
              </a:rPr>
              <a:t>History</a:t>
            </a:r>
          </a:p>
        </p:txBody>
      </p:sp>
      <p:sp>
        <p:nvSpPr>
          <p:cNvPr id="13" name="review-card-3-body">
            <a:extLst xmlns:a="http://schemas.openxmlformats.org/drawingml/2006/main">
              <a:ext uri="{FF2B5EF4-FFF2-40B4-BE49-F238E27FC236}">
                <a16:creationId xmlns:a16="http://schemas.microsoft.com/office/drawing/2014/main" id="{E990185A-9670-429D-A1C7-178055442134}"/>
              </a:ext>
            </a:extLst>
          </p:cNvPr>
          <p:cNvSpPr>
            <a:spLocks xmlns:a="http://schemas.openxmlformats.org/drawingml/2006/main" noGrp="1"/>
          </p:cNvSpPr>
          <p:nvPr/>
        </p:nvSpPr>
        <p:spPr>
          <a:xfrm xmlns:a="http://schemas.openxmlformats.org/drawingml/2006/main">
            <a:off x="7886700" y="3009900"/>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0">
                <a:solidFill>
                  <a:srgbClr val="006045"/>
                </a:solidFill>
              </a:defRPr>
            </a:defPPr>
            <a:lvl1pPr algn="l">
              <a:defRPr sz="1425" b="0">
                <a:solidFill>
                  <a:srgbClr val="006045"/>
                </a:solidFill>
              </a:defRPr>
            </a:lvl1pPr>
            <a:lvl2pPr algn="l">
              <a:defRPr sz="1425" b="0">
                <a:solidFill>
                  <a:srgbClr val="006045"/>
                </a:solidFill>
              </a:defRPr>
            </a:lvl2pPr>
            <a:lvl3pPr algn="l">
              <a:defRPr sz="1425" b="0">
                <a:solidFill>
                  <a:srgbClr val="006045"/>
                </a:solidFill>
              </a:defRPr>
            </a:lvl3pPr>
            <a:lvl4pPr algn="l">
              <a:defRPr sz="1425" b="0">
                <a:solidFill>
                  <a:srgbClr val="006045"/>
                </a:solidFill>
              </a:defRPr>
            </a:lvl4pPr>
            <a:lvl5pPr algn="l">
              <a:defRPr sz="1425" b="0">
                <a:solidFill>
                  <a:srgbClr val="006045"/>
                </a:solidFill>
              </a:defRPr>
            </a:lvl5pPr>
            <a:lvl6pPr algn="l">
              <a:defRPr sz="1425" b="0">
                <a:solidFill>
                  <a:srgbClr val="006045"/>
                </a:solidFill>
              </a:defRPr>
            </a:lvl6pPr>
            <a:lvl7pPr algn="l">
              <a:defRPr sz="1425" b="0">
                <a:solidFill>
                  <a:srgbClr val="006045"/>
                </a:solidFill>
              </a:defRPr>
            </a:lvl7pPr>
            <a:lvl8pPr algn="l">
              <a:defRPr sz="1425" b="0">
                <a:solidFill>
                  <a:srgbClr val="006045"/>
                </a:solidFill>
              </a:defRPr>
            </a:lvl8pPr>
            <a:lvl9pPr algn="l">
              <a:defRPr sz="1425" b="0">
                <a:solidFill>
                  <a:srgbClr val="006045"/>
                </a:solidFill>
              </a:defRPr>
            </a:lvl9pPr>
          </a:lstStyle>
          <a:p xmlns:a="http://schemas.openxmlformats.org/drawingml/2006/main">
            <a:pPr algn="l">
              <a:lnSpc>
                <a:spcPct val="108000"/>
              </a:lnSpc>
              <a:buNone/>
              <a:defRPr sz="1425" b="0">
                <a:solidFill>
                  <a:srgbClr val="006045"/>
                </a:solidFill>
              </a:defRPr>
            </a:pPr>
            <a:r>
              <a:rPr sz="1425" b="0">
                <a:solidFill>
                  <a:srgbClr val="006045"/>
                </a:solidFill>
              </a:rPr>
              <a:t>Revision 1 remains stored</a:t>
            </a:r>
          </a:p>
          <a:p xmlns:a="http://schemas.openxmlformats.org/drawingml/2006/main">
            <a:pPr algn="l">
              <a:lnSpc>
                <a:spcPct val="108000"/>
              </a:lnSpc>
              <a:buNone/>
              <a:defRPr sz="1425" b="0">
                <a:solidFill>
                  <a:srgbClr val="006045"/>
                </a:solidFill>
              </a:defRPr>
            </a:pPr>
            <a:r>
              <a:rPr sz="1425" b="0">
                <a:solidFill>
                  <a:srgbClr val="006045"/>
                </a:solidFill>
              </a:rPr>
              <a:t>after revision 2 exists</a:t>
            </a:r>
          </a:p>
        </p:txBody>
      </p:sp>
      <p:sp>
        <p:nvSpPr>
          <p:cNvPr id="14" name="review-footer-note">
            <a:extLst xmlns:a="http://schemas.openxmlformats.org/drawingml/2006/main">
              <a:ext uri="{FF2B5EF4-FFF2-40B4-BE49-F238E27FC236}">
                <a16:creationId xmlns:a16="http://schemas.microsoft.com/office/drawing/2014/main" id="{5B0C280A-755A-4BA9-8F54-2AB35A01F1CE}"/>
              </a:ext>
            </a:extLst>
          </p:cNvPr>
          <p:cNvSpPr>
            <a:spLocks xmlns:a="http://schemas.openxmlformats.org/drawingml/2006/main" noGrp="1"/>
          </p:cNvSpPr>
          <p:nvPr/>
        </p:nvSpPr>
        <p:spPr>
          <a:xfrm xmlns:a="http://schemas.openxmlformats.org/drawingml/2006/main">
            <a:off x="762000" y="4762500"/>
            <a:ext cx="1009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575" b="0">
                <a:solidFill>
                  <a:srgbClr val="45556C"/>
                </a:solidFill>
              </a:defRPr>
            </a:defPPr>
            <a:lvl1pPr algn="ctr">
              <a:defRPr sz="1575" b="0">
                <a:solidFill>
                  <a:srgbClr val="45556C"/>
                </a:solidFill>
              </a:defRPr>
            </a:lvl1pPr>
            <a:lvl2pPr algn="ctr">
              <a:defRPr sz="1575" b="0">
                <a:solidFill>
                  <a:srgbClr val="45556C"/>
                </a:solidFill>
              </a:defRPr>
            </a:lvl2pPr>
            <a:lvl3pPr algn="ctr">
              <a:defRPr sz="1575" b="0">
                <a:solidFill>
                  <a:srgbClr val="45556C"/>
                </a:solidFill>
              </a:defRPr>
            </a:lvl3pPr>
            <a:lvl4pPr algn="ctr">
              <a:defRPr sz="1575" b="0">
                <a:solidFill>
                  <a:srgbClr val="45556C"/>
                </a:solidFill>
              </a:defRPr>
            </a:lvl4pPr>
            <a:lvl5pPr algn="ctr">
              <a:defRPr sz="1575" b="0">
                <a:solidFill>
                  <a:srgbClr val="45556C"/>
                </a:solidFill>
              </a:defRPr>
            </a:lvl5pPr>
            <a:lvl6pPr algn="ctr">
              <a:defRPr sz="1575" b="0">
                <a:solidFill>
                  <a:srgbClr val="45556C"/>
                </a:solidFill>
              </a:defRPr>
            </a:lvl6pPr>
            <a:lvl7pPr algn="ctr">
              <a:defRPr sz="1575" b="0">
                <a:solidFill>
                  <a:srgbClr val="45556C"/>
                </a:solidFill>
              </a:defRPr>
            </a:lvl7pPr>
            <a:lvl8pPr algn="ctr">
              <a:defRPr sz="1575" b="0">
                <a:solidFill>
                  <a:srgbClr val="45556C"/>
                </a:solidFill>
              </a:defRPr>
            </a:lvl8pPr>
            <a:lvl9pPr algn="ctr">
              <a:defRPr sz="1575" b="0">
                <a:solidFill>
                  <a:srgbClr val="45556C"/>
                </a:solidFill>
              </a:defRPr>
            </a:lvl9pPr>
          </a:lstStyle>
          <a:p xmlns:a="http://schemas.openxmlformats.org/drawingml/2006/main">
            <a:pPr algn="ctr">
              <a:lnSpc>
                <a:spcPct val="108000"/>
              </a:lnSpc>
              <a:buNone/>
              <a:defRPr sz="1575" b="0">
                <a:solidFill>
                  <a:srgbClr val="45556C"/>
                </a:solidFill>
              </a:defRPr>
            </a:pPr>
            <a:r>
              <a:rPr sz="1575" b="0">
                <a:solidFill>
                  <a:srgbClr val="45556C"/>
                </a:solidFill>
              </a:rPr>
              <a:t>A stale reviewer receives a conflict instead of overwriting another person's decision.</a:t>
            </a:r>
          </a:p>
        </p:txBody>
      </p:sp>
      <p:sp>
        <p:nvSpPr>
          <p:cNvPr id="15" name="footer">
            <a:extLst xmlns:a="http://schemas.openxmlformats.org/drawingml/2006/main">
              <a:ext uri="{FF2B5EF4-FFF2-40B4-BE49-F238E27FC236}">
                <a16:creationId xmlns:a16="http://schemas.microsoft.com/office/drawing/2014/main" id="{90127668-1294-457D-9A6B-0825A9F8D476}"/>
              </a:ext>
            </a:extLst>
          </p:cNvPr>
          <p:cNvSpPr>
            <a:spLocks xmlns:a="http://schemas.openxmlformats.org/drawingml/2006/main" noGrp="1"/>
          </p:cNvSpPr>
          <p:nvPr/>
        </p:nvSpPr>
        <p:spPr>
          <a:xfrm xmlns:a="http://schemas.openxmlformats.org/drawingml/2006/main">
            <a:off x="685800" y="6419850"/>
            <a:ext cx="10820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750" b="0">
                <a:solidFill>
                  <a:srgbClr val="90A1B9"/>
                </a:solidFill>
              </a:defRPr>
            </a:defPPr>
            <a:lvl1pPr algn="l">
              <a:defRPr sz="750" b="0">
                <a:solidFill>
                  <a:srgbClr val="90A1B9"/>
                </a:solidFill>
              </a:defRPr>
            </a:lvl1pPr>
            <a:lvl2pPr algn="l">
              <a:defRPr sz="750" b="0">
                <a:solidFill>
                  <a:srgbClr val="90A1B9"/>
                </a:solidFill>
              </a:defRPr>
            </a:lvl2pPr>
            <a:lvl3pPr algn="l">
              <a:defRPr sz="750" b="0">
                <a:solidFill>
                  <a:srgbClr val="90A1B9"/>
                </a:solidFill>
              </a:defRPr>
            </a:lvl3pPr>
            <a:lvl4pPr algn="l">
              <a:defRPr sz="750" b="0">
                <a:solidFill>
                  <a:srgbClr val="90A1B9"/>
                </a:solidFill>
              </a:defRPr>
            </a:lvl4pPr>
            <a:lvl5pPr algn="l">
              <a:defRPr sz="750" b="0">
                <a:solidFill>
                  <a:srgbClr val="90A1B9"/>
                </a:solidFill>
              </a:defRPr>
            </a:lvl5pPr>
            <a:lvl6pPr algn="l">
              <a:defRPr sz="750" b="0">
                <a:solidFill>
                  <a:srgbClr val="90A1B9"/>
                </a:solidFill>
              </a:defRPr>
            </a:lvl6pPr>
            <a:lvl7pPr algn="l">
              <a:defRPr sz="750" b="0">
                <a:solidFill>
                  <a:srgbClr val="90A1B9"/>
                </a:solidFill>
              </a:defRPr>
            </a:lvl7pPr>
            <a:lvl8pPr algn="l">
              <a:defRPr sz="750" b="0">
                <a:solidFill>
                  <a:srgbClr val="90A1B9"/>
                </a:solidFill>
              </a:defRPr>
            </a:lvl8pPr>
            <a:lvl9pPr algn="l">
              <a:defRPr sz="750" b="0">
                <a:solidFill>
                  <a:srgbClr val="90A1B9"/>
                </a:solidFill>
              </a:defRPr>
            </a:lvl9pPr>
          </a:lstStyle>
          <a:p xmlns:a="http://schemas.openxmlformats.org/drawingml/2006/main">
            <a:pPr algn="l">
              <a:lnSpc>
                <a:spcPct val="108000"/>
              </a:lnSpc>
              <a:buNone/>
              <a:defRPr sz="750" b="0">
                <a:solidFill>
                  <a:srgbClr val="90A1B9"/>
                </a:solidFill>
              </a:defRPr>
            </a:pPr>
            <a:r>
              <a:rPr sz="750" b="0">
                <a:solidFill>
                  <a:srgbClr val="90A1B9"/>
                </a:solidFill>
              </a:rPr>
              <a:t>The relation layer is a bounded candidate list, not a knowledge graph.</a:t>
            </a:r>
          </a:p>
        </p:txBody>
      </p:sp>
    </p:spTree>
    <p:extLst>
      <p:ext uri="{BB962C8B-B14F-4D97-AF65-F5344CB8AC3E}">
        <p14:creationId xmlns:p14="http://schemas.microsoft.com/office/powerpoint/2010/main" val="1534709905"/>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5" name="eyebrow">
            <a:extLst xmlns:a="http://schemas.openxmlformats.org/drawingml/2006/main">
              <a:ext uri="{FF2B5EF4-FFF2-40B4-BE49-F238E27FC236}">
                <a16:creationId xmlns:a16="http://schemas.microsoft.com/office/drawing/2014/main" id="{E895EDBF-34EC-4842-A85F-F4C0810AF48E}"/>
              </a:ext>
            </a:extLst>
          </p:cNvPr>
          <p:cNvSpPr>
            <a:spLocks xmlns:a="http://schemas.openxmlformats.org/drawingml/2006/main" noGrp="1"/>
          </p:cNvSpPr>
          <p:nvPr/>
        </p:nvSpPr>
        <p:spPr>
          <a:xfrm xmlns:a="http://schemas.openxmlformats.org/drawingml/2006/main">
            <a:off x="685800" y="26670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900" b="1">
                <a:solidFill>
                  <a:srgbClr val="62748E"/>
                </a:solidFill>
              </a:defRPr>
            </a:defPPr>
            <a:lvl1pPr algn="l">
              <a:defRPr sz="900" b="1">
                <a:solidFill>
                  <a:srgbClr val="62748E"/>
                </a:solidFill>
              </a:defRPr>
            </a:lvl1pPr>
            <a:lvl2pPr algn="l">
              <a:defRPr sz="900" b="1">
                <a:solidFill>
                  <a:srgbClr val="62748E"/>
                </a:solidFill>
              </a:defRPr>
            </a:lvl2pPr>
            <a:lvl3pPr algn="l">
              <a:defRPr sz="900" b="1">
                <a:solidFill>
                  <a:srgbClr val="62748E"/>
                </a:solidFill>
              </a:defRPr>
            </a:lvl3pPr>
            <a:lvl4pPr algn="l">
              <a:defRPr sz="900" b="1">
                <a:solidFill>
                  <a:srgbClr val="62748E"/>
                </a:solidFill>
              </a:defRPr>
            </a:lvl4pPr>
            <a:lvl5pPr algn="l">
              <a:defRPr sz="900" b="1">
                <a:solidFill>
                  <a:srgbClr val="62748E"/>
                </a:solidFill>
              </a:defRPr>
            </a:lvl5pPr>
            <a:lvl6pPr algn="l">
              <a:defRPr sz="900" b="1">
                <a:solidFill>
                  <a:srgbClr val="62748E"/>
                </a:solidFill>
              </a:defRPr>
            </a:lvl6pPr>
            <a:lvl7pPr algn="l">
              <a:defRPr sz="900" b="1">
                <a:solidFill>
                  <a:srgbClr val="62748E"/>
                </a:solidFill>
              </a:defRPr>
            </a:lvl7pPr>
            <a:lvl8pPr algn="l">
              <a:defRPr sz="900" b="1">
                <a:solidFill>
                  <a:srgbClr val="62748E"/>
                </a:solidFill>
              </a:defRPr>
            </a:lvl8pPr>
            <a:lvl9pPr algn="l">
              <a:defRPr sz="900" b="1">
                <a:solidFill>
                  <a:srgbClr val="62748E"/>
                </a:solidFill>
              </a:defRPr>
            </a:lvl9pPr>
          </a:lstStyle>
          <a:p xmlns:a="http://schemas.openxmlformats.org/drawingml/2006/main">
            <a:pPr algn="l">
              <a:lnSpc>
                <a:spcPct val="108000"/>
              </a:lnSpc>
              <a:buNone/>
              <a:defRPr sz="900" b="1">
                <a:solidFill>
                  <a:srgbClr val="62748E"/>
                </a:solidFill>
              </a:defRPr>
            </a:pPr>
            <a:r>
              <a:rPr sz="900" b="1">
                <a:solidFill>
                  <a:srgbClr val="62748E"/>
                </a:solidFill>
              </a:rPr>
              <a:t>TEAM 11  /  C / SEARCH</a:t>
            </a:r>
          </a:p>
        </p:txBody>
      </p:sp>
      <p:sp>
        <p:nvSpPr>
          <p:cNvPr id="2" name="page">
            <a:extLst xmlns:a="http://schemas.openxmlformats.org/drawingml/2006/main">
              <a:ext uri="{FF2B5EF4-FFF2-40B4-BE49-F238E27FC236}">
                <a16:creationId xmlns:a16="http://schemas.microsoft.com/office/drawing/2014/main" id="{86478717-676B-4BD0-97F5-10DD3902C559}"/>
              </a:ext>
            </a:extLst>
          </p:cNvPr>
          <p:cNvSpPr>
            <a:spLocks xmlns:a="http://schemas.openxmlformats.org/drawingml/2006/main" noGrp="1"/>
          </p:cNvSpPr>
          <p:nvPr/>
        </p:nvSpPr>
        <p:spPr>
          <a:xfrm xmlns:a="http://schemas.openxmlformats.org/drawingml/2006/main">
            <a:off x="11049000" y="2476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900" b="1">
                <a:solidFill>
                  <a:srgbClr val="90A1B9"/>
                </a:solidFill>
              </a:defRPr>
            </a:defPPr>
            <a:lvl1pPr algn="r">
              <a:defRPr sz="900" b="1">
                <a:solidFill>
                  <a:srgbClr val="90A1B9"/>
                </a:solidFill>
              </a:defRPr>
            </a:lvl1pPr>
            <a:lvl2pPr algn="r">
              <a:defRPr sz="900" b="1">
                <a:solidFill>
                  <a:srgbClr val="90A1B9"/>
                </a:solidFill>
              </a:defRPr>
            </a:lvl2pPr>
            <a:lvl3pPr algn="r">
              <a:defRPr sz="900" b="1">
                <a:solidFill>
                  <a:srgbClr val="90A1B9"/>
                </a:solidFill>
              </a:defRPr>
            </a:lvl3pPr>
            <a:lvl4pPr algn="r">
              <a:defRPr sz="900" b="1">
                <a:solidFill>
                  <a:srgbClr val="90A1B9"/>
                </a:solidFill>
              </a:defRPr>
            </a:lvl4pPr>
            <a:lvl5pPr algn="r">
              <a:defRPr sz="900" b="1">
                <a:solidFill>
                  <a:srgbClr val="90A1B9"/>
                </a:solidFill>
              </a:defRPr>
            </a:lvl5pPr>
            <a:lvl6pPr algn="r">
              <a:defRPr sz="900" b="1">
                <a:solidFill>
                  <a:srgbClr val="90A1B9"/>
                </a:solidFill>
              </a:defRPr>
            </a:lvl6pPr>
            <a:lvl7pPr algn="r">
              <a:defRPr sz="900" b="1">
                <a:solidFill>
                  <a:srgbClr val="90A1B9"/>
                </a:solidFill>
              </a:defRPr>
            </a:lvl7pPr>
            <a:lvl8pPr algn="r">
              <a:defRPr sz="900" b="1">
                <a:solidFill>
                  <a:srgbClr val="90A1B9"/>
                </a:solidFill>
              </a:defRPr>
            </a:lvl8pPr>
            <a:lvl9pPr algn="r">
              <a:defRPr sz="900" b="1">
                <a:solidFill>
                  <a:srgbClr val="90A1B9"/>
                </a:solidFill>
              </a:defRPr>
            </a:lvl9pPr>
          </a:lstStyle>
          <a:p xmlns:a="http://schemas.openxmlformats.org/drawingml/2006/main">
            <a:pPr algn="r">
              <a:lnSpc>
                <a:spcPct val="108000"/>
              </a:lnSpc>
              <a:buNone/>
              <a:defRPr sz="900" b="1">
                <a:solidFill>
                  <a:srgbClr val="90A1B9"/>
                </a:solidFill>
              </a:defRPr>
            </a:pPr>
            <a:r>
              <a:rPr sz="900" b="1">
                <a:solidFill>
                  <a:srgbClr val="90A1B9"/>
                </a:solidFill>
              </a:rPr>
              <a:t>07</a:t>
            </a:r>
          </a:p>
        </p:txBody>
      </p:sp>
      <p:sp>
        <p:nvSpPr>
          <p:cNvPr id="3" name="index-rule">
            <a:extLst xmlns:a="http://schemas.openxmlformats.org/drawingml/2006/main">
              <a:ext uri="{FF2B5EF4-FFF2-40B4-BE49-F238E27FC236}">
                <a16:creationId xmlns:a16="http://schemas.microsoft.com/office/drawing/2014/main" id="{B1C87686-3B0F-4AD5-9353-75643D166AD4}"/>
              </a:ext>
            </a:extLst>
          </p:cNvPr>
          <p:cNvSpPr>
            <a:spLocks xmlns:a="http://schemas.openxmlformats.org/drawingml/2006/main" noGrp="1"/>
          </p:cNvSpPr>
          <p:nvPr/>
        </p:nvSpPr>
        <p:spPr>
          <a:xfrm xmlns:a="http://schemas.openxmlformats.org/drawingml/2006/main">
            <a:off x="685800" y="552450"/>
            <a:ext cx="514350" cy="47625"/>
          </a:xfrm>
          <a:prstGeom xmlns:a="http://schemas.openxmlformats.org/drawingml/2006/main" prst="rect">
            <a:avLst/>
          </a:prstGeom>
          <a:solidFill xmlns:a="http://schemas.openxmlformats.org/drawingml/2006/main">
            <a:srgbClr val="0084D1"/>
          </a:solidFill>
          <a:ln xmlns:a="http://schemas.openxmlformats.org/drawingml/2006/main" w="0">
            <a:noFill/>
            <a:prstDash val="solid"/>
          </a:ln>
        </p:spPr>
      </p:sp>
      <p:sp>
        <p:nvSpPr>
          <p:cNvPr id="4" name="title">
            <a:extLst xmlns:a="http://schemas.openxmlformats.org/drawingml/2006/main">
              <a:ext uri="{FF2B5EF4-FFF2-40B4-BE49-F238E27FC236}">
                <a16:creationId xmlns:a16="http://schemas.microsoft.com/office/drawing/2014/main" id="{035CC8A7-652C-44F4-A461-9F5D53893FCF}"/>
              </a:ext>
            </a:extLst>
          </p:cNvPr>
          <p:cNvSpPr>
            <a:spLocks xmlns:a="http://schemas.openxmlformats.org/drawingml/2006/main" noGrp="1"/>
          </p:cNvSpPr>
          <p:nvPr/>
        </p:nvSpPr>
        <p:spPr>
          <a:xfrm xmlns:a="http://schemas.openxmlformats.org/drawingml/2006/main">
            <a:off x="685800" y="685800"/>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00" b="1">
                <a:solidFill>
                  <a:srgbClr val="020618"/>
                </a:solidFill>
              </a:defRPr>
            </a:defPPr>
            <a:lvl1pPr algn="l">
              <a:defRPr sz="3000" b="1">
                <a:solidFill>
                  <a:srgbClr val="020618"/>
                </a:solidFill>
              </a:defRPr>
            </a:lvl1pPr>
            <a:lvl2pPr algn="l">
              <a:defRPr sz="3000" b="1">
                <a:solidFill>
                  <a:srgbClr val="020618"/>
                </a:solidFill>
              </a:defRPr>
            </a:lvl2pPr>
            <a:lvl3pPr algn="l">
              <a:defRPr sz="3000" b="1">
                <a:solidFill>
                  <a:srgbClr val="020618"/>
                </a:solidFill>
              </a:defRPr>
            </a:lvl3pPr>
            <a:lvl4pPr algn="l">
              <a:defRPr sz="3000" b="1">
                <a:solidFill>
                  <a:srgbClr val="020618"/>
                </a:solidFill>
              </a:defRPr>
            </a:lvl4pPr>
            <a:lvl5pPr algn="l">
              <a:defRPr sz="3000" b="1">
                <a:solidFill>
                  <a:srgbClr val="020618"/>
                </a:solidFill>
              </a:defRPr>
            </a:lvl5pPr>
            <a:lvl6pPr algn="l">
              <a:defRPr sz="3000" b="1">
                <a:solidFill>
                  <a:srgbClr val="020618"/>
                </a:solidFill>
              </a:defRPr>
            </a:lvl6pPr>
            <a:lvl7pPr algn="l">
              <a:defRPr sz="3000" b="1">
                <a:solidFill>
                  <a:srgbClr val="020618"/>
                </a:solidFill>
              </a:defRPr>
            </a:lvl7pPr>
            <a:lvl8pPr algn="l">
              <a:defRPr sz="3000" b="1">
                <a:solidFill>
                  <a:srgbClr val="020618"/>
                </a:solidFill>
              </a:defRPr>
            </a:lvl8pPr>
            <a:lvl9pPr algn="l">
              <a:defRPr sz="3000" b="1">
                <a:solidFill>
                  <a:srgbClr val="020618"/>
                </a:solidFill>
              </a:defRPr>
            </a:lvl9pPr>
          </a:lstStyle>
          <a:p xmlns:a="http://schemas.openxmlformats.org/drawingml/2006/main">
            <a:pPr algn="l">
              <a:lnSpc>
                <a:spcPct val="105000"/>
              </a:lnSpc>
              <a:buNone/>
              <a:defRPr sz="3000" b="1">
                <a:solidFill>
                  <a:srgbClr val="020618"/>
                </a:solidFill>
              </a:defRPr>
            </a:pPr>
            <a:r>
              <a:rPr sz="3000" b="1">
                <a:solidFill>
                  <a:srgbClr val="020618"/>
                </a:solidFill>
              </a:rPr>
              <a:t>Search reads one canonical chunk model</a:t>
            </a:r>
          </a:p>
        </p:txBody>
      </p:sp>
      <p:sp>
        <p:nvSpPr>
          <p:cNvPr id="5" name="index-source">
            <a:extLst xmlns:a="http://schemas.openxmlformats.org/drawingml/2006/main">
              <a:ext uri="{FF2B5EF4-FFF2-40B4-BE49-F238E27FC236}">
                <a16:creationId xmlns:a16="http://schemas.microsoft.com/office/drawing/2014/main" id="{F5A029F1-F2F2-4D2A-8603-327C88DC5C59}"/>
              </a:ext>
            </a:extLst>
          </p:cNvPr>
          <p:cNvSpPr>
            <a:spLocks xmlns:a="http://schemas.openxmlformats.org/drawingml/2006/main" noGrp="1"/>
          </p:cNvSpPr>
          <p:nvPr/>
        </p:nvSpPr>
        <p:spPr>
          <a:xfrm xmlns:a="http://schemas.openxmlformats.org/drawingml/2006/main">
            <a:off x="876300" y="2362200"/>
            <a:ext cx="2857500" cy="95250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E2E8F0"/>
            </a:solidFill>
            <a:prstDash val="solid"/>
          </a:ln>
        </p:spPr>
      </p:sp>
      <p:sp>
        <p:nvSpPr>
          <p:cNvPr id="6" name="index-source-text">
            <a:extLst xmlns:a="http://schemas.openxmlformats.org/drawingml/2006/main">
              <a:ext uri="{FF2B5EF4-FFF2-40B4-BE49-F238E27FC236}">
                <a16:creationId xmlns:a16="http://schemas.microsoft.com/office/drawing/2014/main" id="{2A9BD51D-0394-44B1-BC84-116BCF70B0C5}"/>
              </a:ext>
            </a:extLst>
          </p:cNvPr>
          <p:cNvSpPr>
            <a:spLocks xmlns:a="http://schemas.openxmlformats.org/drawingml/2006/main" noGrp="1"/>
          </p:cNvSpPr>
          <p:nvPr/>
        </p:nvSpPr>
        <p:spPr>
          <a:xfrm xmlns:a="http://schemas.openxmlformats.org/drawingml/2006/main">
            <a:off x="1143000" y="2590800"/>
            <a:ext cx="2324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1">
                <a:solidFill>
                  <a:srgbClr val="1D293D"/>
                </a:solidFill>
              </a:defRPr>
            </a:defPPr>
            <a:lvl1pPr algn="l">
              <a:defRPr sz="1650" b="1">
                <a:solidFill>
                  <a:srgbClr val="1D293D"/>
                </a:solidFill>
              </a:defRPr>
            </a:lvl1pPr>
            <a:lvl2pPr algn="l">
              <a:defRPr sz="1650" b="1">
                <a:solidFill>
                  <a:srgbClr val="1D293D"/>
                </a:solidFill>
              </a:defRPr>
            </a:lvl2pPr>
            <a:lvl3pPr algn="l">
              <a:defRPr sz="1650" b="1">
                <a:solidFill>
                  <a:srgbClr val="1D293D"/>
                </a:solidFill>
              </a:defRPr>
            </a:lvl3pPr>
            <a:lvl4pPr algn="l">
              <a:defRPr sz="1650" b="1">
                <a:solidFill>
                  <a:srgbClr val="1D293D"/>
                </a:solidFill>
              </a:defRPr>
            </a:lvl4pPr>
            <a:lvl5pPr algn="l">
              <a:defRPr sz="1650" b="1">
                <a:solidFill>
                  <a:srgbClr val="1D293D"/>
                </a:solidFill>
              </a:defRPr>
            </a:lvl5pPr>
            <a:lvl6pPr algn="l">
              <a:defRPr sz="1650" b="1">
                <a:solidFill>
                  <a:srgbClr val="1D293D"/>
                </a:solidFill>
              </a:defRPr>
            </a:lvl6pPr>
            <a:lvl7pPr algn="l">
              <a:defRPr sz="1650" b="1">
                <a:solidFill>
                  <a:srgbClr val="1D293D"/>
                </a:solidFill>
              </a:defRPr>
            </a:lvl7pPr>
            <a:lvl8pPr algn="l">
              <a:defRPr sz="1650" b="1">
                <a:solidFill>
                  <a:srgbClr val="1D293D"/>
                </a:solidFill>
              </a:defRPr>
            </a:lvl8pPr>
            <a:lvl9pPr algn="l">
              <a:defRPr sz="1650" b="1">
                <a:solidFill>
                  <a:srgbClr val="1D293D"/>
                </a:solidFill>
              </a:defRPr>
            </a:lvl9pPr>
          </a:lstStyle>
          <a:p xmlns:a="http://schemas.openxmlformats.org/drawingml/2006/main">
            <a:pPr algn="l">
              <a:lnSpc>
                <a:spcPct val="108000"/>
              </a:lnSpc>
              <a:buNone/>
              <a:defRPr sz="1650" b="1">
                <a:solidFill>
                  <a:srgbClr val="1D293D"/>
                </a:solidFill>
              </a:defRPr>
            </a:pPr>
            <a:r>
              <a:rPr sz="1650" b="1">
                <a:solidFill>
                  <a:srgbClr val="1D293D"/>
                </a:solidFill>
              </a:rPr>
              <a:t>source_chunks</a:t>
            </a:r>
          </a:p>
          <a:p xmlns:a="http://schemas.openxmlformats.org/drawingml/2006/main">
            <a:pPr algn="l">
              <a:lnSpc>
                <a:spcPct val="108000"/>
              </a:lnSpc>
              <a:buNone/>
              <a:defRPr sz="1650" b="1">
                <a:solidFill>
                  <a:srgbClr val="1D293D"/>
                </a:solidFill>
              </a:defRPr>
            </a:pPr>
            <a:r>
              <a:rPr sz="1650" b="1">
                <a:solidFill>
                  <a:srgbClr val="1D293D"/>
                </a:solidFill>
              </a:rPr>
              <a:t>B's canonical text</a:t>
            </a:r>
          </a:p>
        </p:txBody>
      </p:sp>
      <p:sp>
        <p:nvSpPr>
          <p:cNvPr id="7" name="index-derived">
            <a:extLst xmlns:a="http://schemas.openxmlformats.org/drawingml/2006/main">
              <a:ext uri="{FF2B5EF4-FFF2-40B4-BE49-F238E27FC236}">
                <a16:creationId xmlns:a16="http://schemas.microsoft.com/office/drawing/2014/main" id="{58909799-68D6-4247-84E8-9F5E9C085B75}"/>
              </a:ext>
            </a:extLst>
          </p:cNvPr>
          <p:cNvSpPr>
            <a:spLocks xmlns:a="http://schemas.openxmlformats.org/drawingml/2006/main" noGrp="1"/>
          </p:cNvSpPr>
          <p:nvPr/>
        </p:nvSpPr>
        <p:spPr>
          <a:xfrm xmlns:a="http://schemas.openxmlformats.org/drawingml/2006/main">
            <a:off x="4514850" y="2362200"/>
            <a:ext cx="2857500" cy="952500"/>
          </a:xfrm>
          <a:prstGeom xmlns:a="http://schemas.openxmlformats.org/drawingml/2006/main" prst="roundRect">
            <a:avLst>
              <a:gd name="adj" fmla="val 12000"/>
            </a:avLst>
          </a:prstGeom>
          <a:solidFill xmlns:a="http://schemas.openxmlformats.org/drawingml/2006/main">
            <a:srgbClr val="F0F9FF"/>
          </a:solidFill>
          <a:ln xmlns:a="http://schemas.openxmlformats.org/drawingml/2006/main" w="9525">
            <a:solidFill>
              <a:srgbClr val="B8E6FE"/>
            </a:solidFill>
            <a:prstDash val="solid"/>
          </a:ln>
        </p:spPr>
      </p:sp>
      <p:sp>
        <p:nvSpPr>
          <p:cNvPr id="8" name="index-derived-text">
            <a:extLst xmlns:a="http://schemas.openxmlformats.org/drawingml/2006/main">
              <a:ext uri="{FF2B5EF4-FFF2-40B4-BE49-F238E27FC236}">
                <a16:creationId xmlns:a16="http://schemas.microsoft.com/office/drawing/2014/main" id="{5DB0BD0C-D57A-40C8-AA73-DF2D272962B1}"/>
              </a:ext>
            </a:extLst>
          </p:cNvPr>
          <p:cNvSpPr>
            <a:spLocks xmlns:a="http://schemas.openxmlformats.org/drawingml/2006/main" noGrp="1"/>
          </p:cNvSpPr>
          <p:nvPr/>
        </p:nvSpPr>
        <p:spPr>
          <a:xfrm xmlns:a="http://schemas.openxmlformats.org/drawingml/2006/main">
            <a:off x="4781550" y="2533650"/>
            <a:ext cx="2324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1">
                <a:solidFill>
                  <a:srgbClr val="024A70"/>
                </a:solidFill>
              </a:defRPr>
            </a:defPPr>
            <a:lvl1pPr algn="l">
              <a:defRPr sz="1500" b="1">
                <a:solidFill>
                  <a:srgbClr val="024A70"/>
                </a:solidFill>
              </a:defRPr>
            </a:lvl1pPr>
            <a:lvl2pPr algn="l">
              <a:defRPr sz="1500" b="1">
                <a:solidFill>
                  <a:srgbClr val="024A70"/>
                </a:solidFill>
              </a:defRPr>
            </a:lvl2pPr>
            <a:lvl3pPr algn="l">
              <a:defRPr sz="1500" b="1">
                <a:solidFill>
                  <a:srgbClr val="024A70"/>
                </a:solidFill>
              </a:defRPr>
            </a:lvl3pPr>
            <a:lvl4pPr algn="l">
              <a:defRPr sz="1500" b="1">
                <a:solidFill>
                  <a:srgbClr val="024A70"/>
                </a:solidFill>
              </a:defRPr>
            </a:lvl4pPr>
            <a:lvl5pPr algn="l">
              <a:defRPr sz="1500" b="1">
                <a:solidFill>
                  <a:srgbClr val="024A70"/>
                </a:solidFill>
              </a:defRPr>
            </a:lvl5pPr>
            <a:lvl6pPr algn="l">
              <a:defRPr sz="1500" b="1">
                <a:solidFill>
                  <a:srgbClr val="024A70"/>
                </a:solidFill>
              </a:defRPr>
            </a:lvl6pPr>
            <a:lvl7pPr algn="l">
              <a:defRPr sz="1500" b="1">
                <a:solidFill>
                  <a:srgbClr val="024A70"/>
                </a:solidFill>
              </a:defRPr>
            </a:lvl7pPr>
            <a:lvl8pPr algn="l">
              <a:defRPr sz="1500" b="1">
                <a:solidFill>
                  <a:srgbClr val="024A70"/>
                </a:solidFill>
              </a:defRPr>
            </a:lvl8pPr>
            <a:lvl9pPr algn="l">
              <a:defRPr sz="1500" b="1">
                <a:solidFill>
                  <a:srgbClr val="024A70"/>
                </a:solidFill>
              </a:defRPr>
            </a:lvl9pPr>
          </a:lstStyle>
          <a:p xmlns:a="http://schemas.openxmlformats.org/drawingml/2006/main">
            <a:pPr algn="l">
              <a:lnSpc>
                <a:spcPct val="108000"/>
              </a:lnSpc>
              <a:buNone/>
              <a:defRPr sz="1500" b="1">
                <a:solidFill>
                  <a:srgbClr val="024A70"/>
                </a:solidFill>
              </a:defRPr>
            </a:pPr>
            <a:r>
              <a:rPr sz="1500" b="1">
                <a:solidFill>
                  <a:srgbClr val="024A70"/>
                </a:solidFill>
              </a:rPr>
              <a:t>chunk_search_index</a:t>
            </a:r>
          </a:p>
          <a:p xmlns:a="http://schemas.openxmlformats.org/drawingml/2006/main">
            <a:pPr algn="l">
              <a:lnSpc>
                <a:spcPct val="108000"/>
              </a:lnSpc>
              <a:buNone/>
              <a:defRPr sz="1500" b="1">
                <a:solidFill>
                  <a:srgbClr val="024A70"/>
                </a:solidFill>
              </a:defRPr>
            </a:pPr>
            <a:r>
              <a:rPr sz="1500" b="1">
                <a:solidFill>
                  <a:srgbClr val="024A70"/>
                </a:solidFill>
              </a:rPr>
              <a:t>terms + optional vector</a:t>
            </a:r>
          </a:p>
        </p:txBody>
      </p:sp>
      <p:sp>
        <p:nvSpPr>
          <p:cNvPr id="9" name="index-api">
            <a:extLst xmlns:a="http://schemas.openxmlformats.org/drawingml/2006/main">
              <a:ext uri="{FF2B5EF4-FFF2-40B4-BE49-F238E27FC236}">
                <a16:creationId xmlns:a16="http://schemas.microsoft.com/office/drawing/2014/main" id="{45EE659B-CB09-48BC-B6C9-417E9BE14390}"/>
              </a:ext>
            </a:extLst>
          </p:cNvPr>
          <p:cNvSpPr>
            <a:spLocks xmlns:a="http://schemas.openxmlformats.org/drawingml/2006/main" noGrp="1"/>
          </p:cNvSpPr>
          <p:nvPr/>
        </p:nvSpPr>
        <p:spPr>
          <a:xfrm xmlns:a="http://schemas.openxmlformats.org/drawingml/2006/main">
            <a:off x="8153400" y="2362200"/>
            <a:ext cx="2857500" cy="952500"/>
          </a:xfrm>
          <a:prstGeom xmlns:a="http://schemas.openxmlformats.org/drawingml/2006/main" prst="roundRect">
            <a:avLst>
              <a:gd name="adj" fmla="val 12000"/>
            </a:avLst>
          </a:prstGeom>
          <a:solidFill xmlns:a="http://schemas.openxmlformats.org/drawingml/2006/main">
            <a:srgbClr val="ECFDF5"/>
          </a:solidFill>
          <a:ln xmlns:a="http://schemas.openxmlformats.org/drawingml/2006/main" w="9525">
            <a:solidFill>
              <a:srgbClr val="A4F4CF"/>
            </a:solidFill>
            <a:prstDash val="solid"/>
          </a:ln>
        </p:spPr>
      </p:sp>
      <p:sp>
        <p:nvSpPr>
          <p:cNvPr id="10" name="index-api-text">
            <a:extLst xmlns:a="http://schemas.openxmlformats.org/drawingml/2006/main">
              <a:ext uri="{FF2B5EF4-FFF2-40B4-BE49-F238E27FC236}">
                <a16:creationId xmlns:a16="http://schemas.microsoft.com/office/drawing/2014/main" id="{80791FE6-722B-4CFC-B69F-D1E08FE5092F}"/>
              </a:ext>
            </a:extLst>
          </p:cNvPr>
          <p:cNvSpPr>
            <a:spLocks xmlns:a="http://schemas.openxmlformats.org/drawingml/2006/main" noGrp="1"/>
          </p:cNvSpPr>
          <p:nvPr/>
        </p:nvSpPr>
        <p:spPr>
          <a:xfrm xmlns:a="http://schemas.openxmlformats.org/drawingml/2006/main">
            <a:off x="8420100" y="2590800"/>
            <a:ext cx="2324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1">
                <a:solidFill>
                  <a:srgbClr val="004F3B"/>
                </a:solidFill>
              </a:defRPr>
            </a:defPPr>
            <a:lvl1pPr algn="l">
              <a:defRPr sz="1650" b="1">
                <a:solidFill>
                  <a:srgbClr val="004F3B"/>
                </a:solidFill>
              </a:defRPr>
            </a:lvl1pPr>
            <a:lvl2pPr algn="l">
              <a:defRPr sz="1650" b="1">
                <a:solidFill>
                  <a:srgbClr val="004F3B"/>
                </a:solidFill>
              </a:defRPr>
            </a:lvl2pPr>
            <a:lvl3pPr algn="l">
              <a:defRPr sz="1650" b="1">
                <a:solidFill>
                  <a:srgbClr val="004F3B"/>
                </a:solidFill>
              </a:defRPr>
            </a:lvl3pPr>
            <a:lvl4pPr algn="l">
              <a:defRPr sz="1650" b="1">
                <a:solidFill>
                  <a:srgbClr val="004F3B"/>
                </a:solidFill>
              </a:defRPr>
            </a:lvl4pPr>
            <a:lvl5pPr algn="l">
              <a:defRPr sz="1650" b="1">
                <a:solidFill>
                  <a:srgbClr val="004F3B"/>
                </a:solidFill>
              </a:defRPr>
            </a:lvl5pPr>
            <a:lvl6pPr algn="l">
              <a:defRPr sz="1650" b="1">
                <a:solidFill>
                  <a:srgbClr val="004F3B"/>
                </a:solidFill>
              </a:defRPr>
            </a:lvl6pPr>
            <a:lvl7pPr algn="l">
              <a:defRPr sz="1650" b="1">
                <a:solidFill>
                  <a:srgbClr val="004F3B"/>
                </a:solidFill>
              </a:defRPr>
            </a:lvl7pPr>
            <a:lvl8pPr algn="l">
              <a:defRPr sz="1650" b="1">
                <a:solidFill>
                  <a:srgbClr val="004F3B"/>
                </a:solidFill>
              </a:defRPr>
            </a:lvl8pPr>
            <a:lvl9pPr algn="l">
              <a:defRPr sz="1650" b="1">
                <a:solidFill>
                  <a:srgbClr val="004F3B"/>
                </a:solidFill>
              </a:defRPr>
            </a:lvl9pPr>
          </a:lstStyle>
          <a:p xmlns:a="http://schemas.openxmlformats.org/drawingml/2006/main">
            <a:pPr algn="l">
              <a:lnSpc>
                <a:spcPct val="108000"/>
              </a:lnSpc>
              <a:buNone/>
              <a:defRPr sz="1650" b="1">
                <a:solidFill>
                  <a:srgbClr val="004F3B"/>
                </a:solidFill>
              </a:defRPr>
            </a:pPr>
            <a:r>
              <a:rPr sz="1650" b="1">
                <a:solidFill>
                  <a:srgbClr val="004F3B"/>
                </a:solidFill>
              </a:rPr>
              <a:t>POST /search</a:t>
            </a:r>
          </a:p>
          <a:p xmlns:a="http://schemas.openxmlformats.org/drawingml/2006/main">
            <a:pPr algn="l">
              <a:lnSpc>
                <a:spcPct val="108000"/>
              </a:lnSpc>
              <a:buNone/>
              <a:defRPr sz="1650" b="1">
                <a:solidFill>
                  <a:srgbClr val="004F3B"/>
                </a:solidFill>
              </a:defRPr>
            </a:pPr>
            <a:r>
              <a:rPr sz="1650" b="1">
                <a:solidFill>
                  <a:srgbClr val="004F3B"/>
                </a:solidFill>
              </a:rPr>
              <a:t>current authorized hits</a:t>
            </a:r>
          </a:p>
        </p:txBody>
      </p:sp>
      <p:sp>
        <p:nvSpPr>
          <p:cNvPr id="11" name="index-arrow-1">
            <a:extLst xmlns:a="http://schemas.openxmlformats.org/drawingml/2006/main">
              <a:ext uri="{FF2B5EF4-FFF2-40B4-BE49-F238E27FC236}">
                <a16:creationId xmlns:a16="http://schemas.microsoft.com/office/drawing/2014/main" id="{0A4DE2F9-7910-47C3-A906-03A44BAE5884}"/>
              </a:ext>
            </a:extLst>
          </p:cNvPr>
          <p:cNvSpPr>
            <a:spLocks xmlns:a="http://schemas.openxmlformats.org/drawingml/2006/main" noGrp="1"/>
          </p:cNvSpPr>
          <p:nvPr/>
        </p:nvSpPr>
        <p:spPr>
          <a:xfrm xmlns:a="http://schemas.openxmlformats.org/drawingml/2006/main">
            <a:off x="3829050" y="26479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800" b="1">
                <a:solidFill>
                  <a:srgbClr val="90A1B9"/>
                </a:solidFill>
              </a:defRPr>
            </a:defPPr>
            <a:lvl1pPr algn="ctr">
              <a:defRPr sz="1800" b="1">
                <a:solidFill>
                  <a:srgbClr val="90A1B9"/>
                </a:solidFill>
              </a:defRPr>
            </a:lvl1pPr>
            <a:lvl2pPr algn="ctr">
              <a:defRPr sz="1800" b="1">
                <a:solidFill>
                  <a:srgbClr val="90A1B9"/>
                </a:solidFill>
              </a:defRPr>
            </a:lvl2pPr>
            <a:lvl3pPr algn="ctr">
              <a:defRPr sz="1800" b="1">
                <a:solidFill>
                  <a:srgbClr val="90A1B9"/>
                </a:solidFill>
              </a:defRPr>
            </a:lvl3pPr>
            <a:lvl4pPr algn="ctr">
              <a:defRPr sz="1800" b="1">
                <a:solidFill>
                  <a:srgbClr val="90A1B9"/>
                </a:solidFill>
              </a:defRPr>
            </a:lvl4pPr>
            <a:lvl5pPr algn="ctr">
              <a:defRPr sz="1800" b="1">
                <a:solidFill>
                  <a:srgbClr val="90A1B9"/>
                </a:solidFill>
              </a:defRPr>
            </a:lvl5pPr>
            <a:lvl6pPr algn="ctr">
              <a:defRPr sz="1800" b="1">
                <a:solidFill>
                  <a:srgbClr val="90A1B9"/>
                </a:solidFill>
              </a:defRPr>
            </a:lvl6pPr>
            <a:lvl7pPr algn="ctr">
              <a:defRPr sz="1800" b="1">
                <a:solidFill>
                  <a:srgbClr val="90A1B9"/>
                </a:solidFill>
              </a:defRPr>
            </a:lvl7pPr>
            <a:lvl8pPr algn="ctr">
              <a:defRPr sz="1800" b="1">
                <a:solidFill>
                  <a:srgbClr val="90A1B9"/>
                </a:solidFill>
              </a:defRPr>
            </a:lvl8pPr>
            <a:lvl9pPr algn="ctr">
              <a:defRPr sz="1800" b="1">
                <a:solidFill>
                  <a:srgbClr val="90A1B9"/>
                </a:solidFill>
              </a:defRPr>
            </a:lvl9pPr>
          </a:lstStyle>
          <a:p xmlns:a="http://schemas.openxmlformats.org/drawingml/2006/main">
            <a:pPr algn="ctr">
              <a:lnSpc>
                <a:spcPct val="108000"/>
              </a:lnSpc>
              <a:buNone/>
              <a:defRPr sz="1800" b="1">
                <a:solidFill>
                  <a:srgbClr val="90A1B9"/>
                </a:solidFill>
              </a:defRPr>
            </a:pPr>
            <a:r>
              <a:rPr sz="1800" b="1">
                <a:solidFill>
                  <a:srgbClr val="90A1B9"/>
                </a:solidFill>
              </a:rPr>
              <a:t>1</a:t>
            </a:r>
          </a:p>
        </p:txBody>
      </p:sp>
      <p:sp>
        <p:nvSpPr>
          <p:cNvPr id="12" name="index-arrow-2">
            <a:extLst xmlns:a="http://schemas.openxmlformats.org/drawingml/2006/main">
              <a:ext uri="{FF2B5EF4-FFF2-40B4-BE49-F238E27FC236}">
                <a16:creationId xmlns:a16="http://schemas.microsoft.com/office/drawing/2014/main" id="{3FBDF1F7-EBE9-42CE-B620-00DFC0AD2210}"/>
              </a:ext>
            </a:extLst>
          </p:cNvPr>
          <p:cNvSpPr>
            <a:spLocks xmlns:a="http://schemas.openxmlformats.org/drawingml/2006/main" noGrp="1"/>
          </p:cNvSpPr>
          <p:nvPr/>
        </p:nvSpPr>
        <p:spPr>
          <a:xfrm xmlns:a="http://schemas.openxmlformats.org/drawingml/2006/main">
            <a:off x="7467600" y="26479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800" b="1">
                <a:solidFill>
                  <a:srgbClr val="90A1B9"/>
                </a:solidFill>
              </a:defRPr>
            </a:defPPr>
            <a:lvl1pPr algn="ctr">
              <a:defRPr sz="1800" b="1">
                <a:solidFill>
                  <a:srgbClr val="90A1B9"/>
                </a:solidFill>
              </a:defRPr>
            </a:lvl1pPr>
            <a:lvl2pPr algn="ctr">
              <a:defRPr sz="1800" b="1">
                <a:solidFill>
                  <a:srgbClr val="90A1B9"/>
                </a:solidFill>
              </a:defRPr>
            </a:lvl2pPr>
            <a:lvl3pPr algn="ctr">
              <a:defRPr sz="1800" b="1">
                <a:solidFill>
                  <a:srgbClr val="90A1B9"/>
                </a:solidFill>
              </a:defRPr>
            </a:lvl3pPr>
            <a:lvl4pPr algn="ctr">
              <a:defRPr sz="1800" b="1">
                <a:solidFill>
                  <a:srgbClr val="90A1B9"/>
                </a:solidFill>
              </a:defRPr>
            </a:lvl4pPr>
            <a:lvl5pPr algn="ctr">
              <a:defRPr sz="1800" b="1">
                <a:solidFill>
                  <a:srgbClr val="90A1B9"/>
                </a:solidFill>
              </a:defRPr>
            </a:lvl5pPr>
            <a:lvl6pPr algn="ctr">
              <a:defRPr sz="1800" b="1">
                <a:solidFill>
                  <a:srgbClr val="90A1B9"/>
                </a:solidFill>
              </a:defRPr>
            </a:lvl6pPr>
            <a:lvl7pPr algn="ctr">
              <a:defRPr sz="1800" b="1">
                <a:solidFill>
                  <a:srgbClr val="90A1B9"/>
                </a:solidFill>
              </a:defRPr>
            </a:lvl7pPr>
            <a:lvl8pPr algn="ctr">
              <a:defRPr sz="1800" b="1">
                <a:solidFill>
                  <a:srgbClr val="90A1B9"/>
                </a:solidFill>
              </a:defRPr>
            </a:lvl8pPr>
            <a:lvl9pPr algn="ctr">
              <a:defRPr sz="1800" b="1">
                <a:solidFill>
                  <a:srgbClr val="90A1B9"/>
                </a:solidFill>
              </a:defRPr>
            </a:lvl9pPr>
          </a:lstStyle>
          <a:p xmlns:a="http://schemas.openxmlformats.org/drawingml/2006/main">
            <a:pPr algn="ctr">
              <a:lnSpc>
                <a:spcPct val="108000"/>
              </a:lnSpc>
              <a:buNone/>
              <a:defRPr sz="1800" b="1">
                <a:solidFill>
                  <a:srgbClr val="90A1B9"/>
                </a:solidFill>
              </a:defRPr>
            </a:pPr>
            <a:r>
              <a:rPr sz="1800" b="1">
                <a:solidFill>
                  <a:srgbClr val="90A1B9"/>
                </a:solidFill>
              </a:rPr>
              <a:t>2</a:t>
            </a:r>
          </a:p>
        </p:txBody>
      </p:sp>
      <p:sp>
        <p:nvSpPr>
          <p:cNvPr id="13" name="index-body">
            <a:extLst xmlns:a="http://schemas.openxmlformats.org/drawingml/2006/main">
              <a:ext uri="{FF2B5EF4-FFF2-40B4-BE49-F238E27FC236}">
                <a16:creationId xmlns:a16="http://schemas.microsoft.com/office/drawing/2014/main" id="{63B5646E-B374-486F-850A-F83E37C10F7C}"/>
              </a:ext>
            </a:extLst>
          </p:cNvPr>
          <p:cNvSpPr>
            <a:spLocks xmlns:a="http://schemas.openxmlformats.org/drawingml/2006/main" noGrp="1"/>
          </p:cNvSpPr>
          <p:nvPr/>
        </p:nvSpPr>
        <p:spPr>
          <a:xfrm xmlns:a="http://schemas.openxmlformats.org/drawingml/2006/main">
            <a:off x="876300" y="3905250"/>
            <a:ext cx="10096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725" b="0">
                <a:solidFill>
                  <a:srgbClr val="314158"/>
                </a:solidFill>
              </a:defRPr>
            </a:defPPr>
            <a:lvl1pPr algn="ctr">
              <a:defRPr sz="1725" b="0">
                <a:solidFill>
                  <a:srgbClr val="314158"/>
                </a:solidFill>
              </a:defRPr>
            </a:lvl1pPr>
            <a:lvl2pPr algn="ctr">
              <a:defRPr sz="1725" b="0">
                <a:solidFill>
                  <a:srgbClr val="314158"/>
                </a:solidFill>
              </a:defRPr>
            </a:lvl2pPr>
            <a:lvl3pPr algn="ctr">
              <a:defRPr sz="1725" b="0">
                <a:solidFill>
                  <a:srgbClr val="314158"/>
                </a:solidFill>
              </a:defRPr>
            </a:lvl3pPr>
            <a:lvl4pPr algn="ctr">
              <a:defRPr sz="1725" b="0">
                <a:solidFill>
                  <a:srgbClr val="314158"/>
                </a:solidFill>
              </a:defRPr>
            </a:lvl4pPr>
            <a:lvl5pPr algn="ctr">
              <a:defRPr sz="1725" b="0">
                <a:solidFill>
                  <a:srgbClr val="314158"/>
                </a:solidFill>
              </a:defRPr>
            </a:lvl5pPr>
            <a:lvl6pPr algn="ctr">
              <a:defRPr sz="1725" b="0">
                <a:solidFill>
                  <a:srgbClr val="314158"/>
                </a:solidFill>
              </a:defRPr>
            </a:lvl6pPr>
            <a:lvl7pPr algn="ctr">
              <a:defRPr sz="1725" b="0">
                <a:solidFill>
                  <a:srgbClr val="314158"/>
                </a:solidFill>
              </a:defRPr>
            </a:lvl7pPr>
            <a:lvl8pPr algn="ctr">
              <a:defRPr sz="1725" b="0">
                <a:solidFill>
                  <a:srgbClr val="314158"/>
                </a:solidFill>
              </a:defRPr>
            </a:lvl8pPr>
            <a:lvl9pPr algn="ctr">
              <a:defRPr sz="1725" b="0">
                <a:solidFill>
                  <a:srgbClr val="314158"/>
                </a:solidFill>
              </a:defRPr>
            </a:lvl9pPr>
          </a:lstStyle>
          <a:p xmlns:a="http://schemas.openxmlformats.org/drawingml/2006/main">
            <a:pPr algn="ctr">
              <a:lnSpc>
                <a:spcPct val="108000"/>
              </a:lnSpc>
              <a:buNone/>
              <a:defRPr sz="1725" b="0">
                <a:solidFill>
                  <a:srgbClr val="314158"/>
                </a:solidFill>
              </a:defRPr>
            </a:pPr>
            <a:r>
              <a:rPr sz="1725" b="0">
                <a:solidFill>
                  <a:srgbClr val="314158"/>
                </a:solidFill>
              </a:rPr>
              <a:t>The index row is keyed by source_chunks.id and cascades when the chunk is replaced. Text remains the source of truth. The vector is optional derived data.</a:t>
            </a:r>
          </a:p>
        </p:txBody>
      </p:sp>
      <p:sp>
        <p:nvSpPr>
          <p:cNvPr id="14" name="footer">
            <a:extLst xmlns:a="http://schemas.openxmlformats.org/drawingml/2006/main">
              <a:ext uri="{FF2B5EF4-FFF2-40B4-BE49-F238E27FC236}">
                <a16:creationId xmlns:a16="http://schemas.microsoft.com/office/drawing/2014/main" id="{D51439A6-3EBE-41C8-BA1C-7F51A7E25970}"/>
              </a:ext>
            </a:extLst>
          </p:cNvPr>
          <p:cNvSpPr>
            <a:spLocks xmlns:a="http://schemas.openxmlformats.org/drawingml/2006/main" noGrp="1"/>
          </p:cNvSpPr>
          <p:nvPr/>
        </p:nvSpPr>
        <p:spPr>
          <a:xfrm xmlns:a="http://schemas.openxmlformats.org/drawingml/2006/main">
            <a:off x="685800" y="6419850"/>
            <a:ext cx="10820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750" b="0">
                <a:solidFill>
                  <a:srgbClr val="90A1B9"/>
                </a:solidFill>
              </a:defRPr>
            </a:defPPr>
            <a:lvl1pPr algn="l">
              <a:defRPr sz="750" b="0">
                <a:solidFill>
                  <a:srgbClr val="90A1B9"/>
                </a:solidFill>
              </a:defRPr>
            </a:lvl1pPr>
            <a:lvl2pPr algn="l">
              <a:defRPr sz="750" b="0">
                <a:solidFill>
                  <a:srgbClr val="90A1B9"/>
                </a:solidFill>
              </a:defRPr>
            </a:lvl2pPr>
            <a:lvl3pPr algn="l">
              <a:defRPr sz="750" b="0">
                <a:solidFill>
                  <a:srgbClr val="90A1B9"/>
                </a:solidFill>
              </a:defRPr>
            </a:lvl3pPr>
            <a:lvl4pPr algn="l">
              <a:defRPr sz="750" b="0">
                <a:solidFill>
                  <a:srgbClr val="90A1B9"/>
                </a:solidFill>
              </a:defRPr>
            </a:lvl4pPr>
            <a:lvl5pPr algn="l">
              <a:defRPr sz="750" b="0">
                <a:solidFill>
                  <a:srgbClr val="90A1B9"/>
                </a:solidFill>
              </a:defRPr>
            </a:lvl5pPr>
            <a:lvl6pPr algn="l">
              <a:defRPr sz="750" b="0">
                <a:solidFill>
                  <a:srgbClr val="90A1B9"/>
                </a:solidFill>
              </a:defRPr>
            </a:lvl6pPr>
            <a:lvl7pPr algn="l">
              <a:defRPr sz="750" b="0">
                <a:solidFill>
                  <a:srgbClr val="90A1B9"/>
                </a:solidFill>
              </a:defRPr>
            </a:lvl7pPr>
            <a:lvl8pPr algn="l">
              <a:defRPr sz="750" b="0">
                <a:solidFill>
                  <a:srgbClr val="90A1B9"/>
                </a:solidFill>
              </a:defRPr>
            </a:lvl8pPr>
            <a:lvl9pPr algn="l">
              <a:defRPr sz="750" b="0">
                <a:solidFill>
                  <a:srgbClr val="90A1B9"/>
                </a:solidFill>
              </a:defRPr>
            </a:lvl9pPr>
          </a:lstStyle>
          <a:p xmlns:a="http://schemas.openxmlformats.org/drawingml/2006/main">
            <a:pPr algn="l">
              <a:lnSpc>
                <a:spcPct val="108000"/>
              </a:lnSpc>
              <a:buNone/>
              <a:defRPr sz="750" b="0">
                <a:solidFill>
                  <a:srgbClr val="90A1B9"/>
                </a:solidFill>
              </a:defRPr>
            </a:pPr>
            <a:r>
              <a:rPr sz="750" b="0">
                <a:solidFill>
                  <a:srgbClr val="90A1B9"/>
                </a:solidFill>
              </a:rPr>
              <a:t>The search response carries file, version, chunk, page and text so evidence can reopen the exact passage.</a:t>
            </a:r>
          </a:p>
        </p:txBody>
      </p:sp>
    </p:spTree>
    <p:extLst>
      <p:ext uri="{BB962C8B-B14F-4D97-AF65-F5344CB8AC3E}">
        <p14:creationId xmlns:p14="http://schemas.microsoft.com/office/powerpoint/2010/main" val="508871187"/>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5" name="eyebrow">
            <a:extLst xmlns:a="http://schemas.openxmlformats.org/drawingml/2006/main">
              <a:ext uri="{FF2B5EF4-FFF2-40B4-BE49-F238E27FC236}">
                <a16:creationId xmlns:a16="http://schemas.microsoft.com/office/drawing/2014/main" id="{7AF79B00-DB66-4A41-B548-B2330D0E2F01}"/>
              </a:ext>
            </a:extLst>
          </p:cNvPr>
          <p:cNvSpPr>
            <a:spLocks xmlns:a="http://schemas.openxmlformats.org/drawingml/2006/main" noGrp="1"/>
          </p:cNvSpPr>
          <p:nvPr/>
        </p:nvSpPr>
        <p:spPr>
          <a:xfrm xmlns:a="http://schemas.openxmlformats.org/drawingml/2006/main">
            <a:off x="685800" y="26670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900" b="1">
                <a:solidFill>
                  <a:srgbClr val="62748E"/>
                </a:solidFill>
              </a:defRPr>
            </a:defPPr>
            <a:lvl1pPr algn="l">
              <a:defRPr sz="900" b="1">
                <a:solidFill>
                  <a:srgbClr val="62748E"/>
                </a:solidFill>
              </a:defRPr>
            </a:lvl1pPr>
            <a:lvl2pPr algn="l">
              <a:defRPr sz="900" b="1">
                <a:solidFill>
                  <a:srgbClr val="62748E"/>
                </a:solidFill>
              </a:defRPr>
            </a:lvl2pPr>
            <a:lvl3pPr algn="l">
              <a:defRPr sz="900" b="1">
                <a:solidFill>
                  <a:srgbClr val="62748E"/>
                </a:solidFill>
              </a:defRPr>
            </a:lvl3pPr>
            <a:lvl4pPr algn="l">
              <a:defRPr sz="900" b="1">
                <a:solidFill>
                  <a:srgbClr val="62748E"/>
                </a:solidFill>
              </a:defRPr>
            </a:lvl4pPr>
            <a:lvl5pPr algn="l">
              <a:defRPr sz="900" b="1">
                <a:solidFill>
                  <a:srgbClr val="62748E"/>
                </a:solidFill>
              </a:defRPr>
            </a:lvl5pPr>
            <a:lvl6pPr algn="l">
              <a:defRPr sz="900" b="1">
                <a:solidFill>
                  <a:srgbClr val="62748E"/>
                </a:solidFill>
              </a:defRPr>
            </a:lvl6pPr>
            <a:lvl7pPr algn="l">
              <a:defRPr sz="900" b="1">
                <a:solidFill>
                  <a:srgbClr val="62748E"/>
                </a:solidFill>
              </a:defRPr>
            </a:lvl7pPr>
            <a:lvl8pPr algn="l">
              <a:defRPr sz="900" b="1">
                <a:solidFill>
                  <a:srgbClr val="62748E"/>
                </a:solidFill>
              </a:defRPr>
            </a:lvl8pPr>
            <a:lvl9pPr algn="l">
              <a:defRPr sz="900" b="1">
                <a:solidFill>
                  <a:srgbClr val="62748E"/>
                </a:solidFill>
              </a:defRPr>
            </a:lvl9pPr>
          </a:lstStyle>
          <a:p xmlns:a="http://schemas.openxmlformats.org/drawingml/2006/main">
            <a:pPr algn="l">
              <a:lnSpc>
                <a:spcPct val="108000"/>
              </a:lnSpc>
              <a:buNone/>
              <a:defRPr sz="900" b="1">
                <a:solidFill>
                  <a:srgbClr val="62748E"/>
                </a:solidFill>
              </a:defRPr>
            </a:pPr>
            <a:r>
              <a:rPr sz="900" b="1">
                <a:solidFill>
                  <a:srgbClr val="62748E"/>
                </a:solidFill>
              </a:rPr>
              <a:t>TEAM 11  /  C / MODES</a:t>
            </a:r>
          </a:p>
        </p:txBody>
      </p:sp>
      <p:sp>
        <p:nvSpPr>
          <p:cNvPr id="2" name="page">
            <a:extLst xmlns:a="http://schemas.openxmlformats.org/drawingml/2006/main">
              <a:ext uri="{FF2B5EF4-FFF2-40B4-BE49-F238E27FC236}">
                <a16:creationId xmlns:a16="http://schemas.microsoft.com/office/drawing/2014/main" id="{88A9015D-21F8-4783-B943-7EE8CD4623ED}"/>
              </a:ext>
            </a:extLst>
          </p:cNvPr>
          <p:cNvSpPr>
            <a:spLocks xmlns:a="http://schemas.openxmlformats.org/drawingml/2006/main" noGrp="1"/>
          </p:cNvSpPr>
          <p:nvPr/>
        </p:nvSpPr>
        <p:spPr>
          <a:xfrm xmlns:a="http://schemas.openxmlformats.org/drawingml/2006/main">
            <a:off x="11049000" y="2476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900" b="1">
                <a:solidFill>
                  <a:srgbClr val="90A1B9"/>
                </a:solidFill>
              </a:defRPr>
            </a:defPPr>
            <a:lvl1pPr algn="r">
              <a:defRPr sz="900" b="1">
                <a:solidFill>
                  <a:srgbClr val="90A1B9"/>
                </a:solidFill>
              </a:defRPr>
            </a:lvl1pPr>
            <a:lvl2pPr algn="r">
              <a:defRPr sz="900" b="1">
                <a:solidFill>
                  <a:srgbClr val="90A1B9"/>
                </a:solidFill>
              </a:defRPr>
            </a:lvl2pPr>
            <a:lvl3pPr algn="r">
              <a:defRPr sz="900" b="1">
                <a:solidFill>
                  <a:srgbClr val="90A1B9"/>
                </a:solidFill>
              </a:defRPr>
            </a:lvl3pPr>
            <a:lvl4pPr algn="r">
              <a:defRPr sz="900" b="1">
                <a:solidFill>
                  <a:srgbClr val="90A1B9"/>
                </a:solidFill>
              </a:defRPr>
            </a:lvl4pPr>
            <a:lvl5pPr algn="r">
              <a:defRPr sz="900" b="1">
                <a:solidFill>
                  <a:srgbClr val="90A1B9"/>
                </a:solidFill>
              </a:defRPr>
            </a:lvl5pPr>
            <a:lvl6pPr algn="r">
              <a:defRPr sz="900" b="1">
                <a:solidFill>
                  <a:srgbClr val="90A1B9"/>
                </a:solidFill>
              </a:defRPr>
            </a:lvl6pPr>
            <a:lvl7pPr algn="r">
              <a:defRPr sz="900" b="1">
                <a:solidFill>
                  <a:srgbClr val="90A1B9"/>
                </a:solidFill>
              </a:defRPr>
            </a:lvl7pPr>
            <a:lvl8pPr algn="r">
              <a:defRPr sz="900" b="1">
                <a:solidFill>
                  <a:srgbClr val="90A1B9"/>
                </a:solidFill>
              </a:defRPr>
            </a:lvl8pPr>
            <a:lvl9pPr algn="r">
              <a:defRPr sz="900" b="1">
                <a:solidFill>
                  <a:srgbClr val="90A1B9"/>
                </a:solidFill>
              </a:defRPr>
            </a:lvl9pPr>
          </a:lstStyle>
          <a:p xmlns:a="http://schemas.openxmlformats.org/drawingml/2006/main">
            <a:pPr algn="r">
              <a:lnSpc>
                <a:spcPct val="108000"/>
              </a:lnSpc>
              <a:buNone/>
              <a:defRPr sz="900" b="1">
                <a:solidFill>
                  <a:srgbClr val="90A1B9"/>
                </a:solidFill>
              </a:defRPr>
            </a:pPr>
            <a:r>
              <a:rPr sz="900" b="1">
                <a:solidFill>
                  <a:srgbClr val="90A1B9"/>
                </a:solidFill>
              </a:rPr>
              <a:t>08</a:t>
            </a:r>
          </a:p>
        </p:txBody>
      </p:sp>
      <p:sp>
        <p:nvSpPr>
          <p:cNvPr id="3" name="modes-rule">
            <a:extLst xmlns:a="http://schemas.openxmlformats.org/drawingml/2006/main">
              <a:ext uri="{FF2B5EF4-FFF2-40B4-BE49-F238E27FC236}">
                <a16:creationId xmlns:a16="http://schemas.microsoft.com/office/drawing/2014/main" id="{42A8EA77-E562-4734-9E07-D555E0320358}"/>
              </a:ext>
            </a:extLst>
          </p:cNvPr>
          <p:cNvSpPr>
            <a:spLocks xmlns:a="http://schemas.openxmlformats.org/drawingml/2006/main" noGrp="1"/>
          </p:cNvSpPr>
          <p:nvPr/>
        </p:nvSpPr>
        <p:spPr>
          <a:xfrm xmlns:a="http://schemas.openxmlformats.org/drawingml/2006/main">
            <a:off x="685800" y="552450"/>
            <a:ext cx="514350" cy="47625"/>
          </a:xfrm>
          <a:prstGeom xmlns:a="http://schemas.openxmlformats.org/drawingml/2006/main" prst="rect">
            <a:avLst/>
          </a:prstGeom>
          <a:solidFill xmlns:a="http://schemas.openxmlformats.org/drawingml/2006/main">
            <a:srgbClr val="0084D1"/>
          </a:solidFill>
          <a:ln xmlns:a="http://schemas.openxmlformats.org/drawingml/2006/main" w="0">
            <a:noFill/>
            <a:prstDash val="solid"/>
          </a:ln>
        </p:spPr>
      </p:sp>
      <p:sp>
        <p:nvSpPr>
          <p:cNvPr id="4" name="title">
            <a:extLst xmlns:a="http://schemas.openxmlformats.org/drawingml/2006/main">
              <a:ext uri="{FF2B5EF4-FFF2-40B4-BE49-F238E27FC236}">
                <a16:creationId xmlns:a16="http://schemas.microsoft.com/office/drawing/2014/main" id="{64EC745E-08BB-4DFC-8DEB-78B5CAE1E6DF}"/>
              </a:ext>
            </a:extLst>
          </p:cNvPr>
          <p:cNvSpPr>
            <a:spLocks xmlns:a="http://schemas.openxmlformats.org/drawingml/2006/main" noGrp="1"/>
          </p:cNvSpPr>
          <p:nvPr/>
        </p:nvSpPr>
        <p:spPr>
          <a:xfrm xmlns:a="http://schemas.openxmlformats.org/drawingml/2006/main">
            <a:off x="685800" y="685800"/>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00" b="1">
                <a:solidFill>
                  <a:srgbClr val="020618"/>
                </a:solidFill>
              </a:defRPr>
            </a:defPPr>
            <a:lvl1pPr algn="l">
              <a:defRPr sz="3000" b="1">
                <a:solidFill>
                  <a:srgbClr val="020618"/>
                </a:solidFill>
              </a:defRPr>
            </a:lvl1pPr>
            <a:lvl2pPr algn="l">
              <a:defRPr sz="3000" b="1">
                <a:solidFill>
                  <a:srgbClr val="020618"/>
                </a:solidFill>
              </a:defRPr>
            </a:lvl2pPr>
            <a:lvl3pPr algn="l">
              <a:defRPr sz="3000" b="1">
                <a:solidFill>
                  <a:srgbClr val="020618"/>
                </a:solidFill>
              </a:defRPr>
            </a:lvl3pPr>
            <a:lvl4pPr algn="l">
              <a:defRPr sz="3000" b="1">
                <a:solidFill>
                  <a:srgbClr val="020618"/>
                </a:solidFill>
              </a:defRPr>
            </a:lvl4pPr>
            <a:lvl5pPr algn="l">
              <a:defRPr sz="3000" b="1">
                <a:solidFill>
                  <a:srgbClr val="020618"/>
                </a:solidFill>
              </a:defRPr>
            </a:lvl5pPr>
            <a:lvl6pPr algn="l">
              <a:defRPr sz="3000" b="1">
                <a:solidFill>
                  <a:srgbClr val="020618"/>
                </a:solidFill>
              </a:defRPr>
            </a:lvl6pPr>
            <a:lvl7pPr algn="l">
              <a:defRPr sz="3000" b="1">
                <a:solidFill>
                  <a:srgbClr val="020618"/>
                </a:solidFill>
              </a:defRPr>
            </a:lvl7pPr>
            <a:lvl8pPr algn="l">
              <a:defRPr sz="3000" b="1">
                <a:solidFill>
                  <a:srgbClr val="020618"/>
                </a:solidFill>
              </a:defRPr>
            </a:lvl8pPr>
            <a:lvl9pPr algn="l">
              <a:defRPr sz="3000" b="1">
                <a:solidFill>
                  <a:srgbClr val="020618"/>
                </a:solidFill>
              </a:defRPr>
            </a:lvl9pPr>
          </a:lstStyle>
          <a:p xmlns:a="http://schemas.openxmlformats.org/drawingml/2006/main">
            <a:pPr algn="l">
              <a:lnSpc>
                <a:spcPct val="105000"/>
              </a:lnSpc>
              <a:buNone/>
              <a:defRPr sz="3000" b="1">
                <a:solidFill>
                  <a:srgbClr val="020618"/>
                </a:solidFill>
              </a:defRPr>
            </a:pPr>
            <a:r>
              <a:rPr sz="3000" b="1">
                <a:solidFill>
                  <a:srgbClr val="020618"/>
                </a:solidFill>
              </a:rPr>
              <a:t>Keyword and semantic search are both live.</a:t>
            </a:r>
          </a:p>
        </p:txBody>
      </p:sp>
      <p:sp>
        <p:nvSpPr>
          <p:cNvPr id="5" name="keyword-rule">
            <a:extLst xmlns:a="http://schemas.openxmlformats.org/drawingml/2006/main">
              <a:ext uri="{FF2B5EF4-FFF2-40B4-BE49-F238E27FC236}">
                <a16:creationId xmlns:a16="http://schemas.microsoft.com/office/drawing/2014/main" id="{B65DBB38-C77F-44A2-9253-62CDEBB2CB44}"/>
              </a:ext>
            </a:extLst>
          </p:cNvPr>
          <p:cNvSpPr>
            <a:spLocks xmlns:a="http://schemas.openxmlformats.org/drawingml/2006/main" noGrp="1"/>
          </p:cNvSpPr>
          <p:nvPr/>
        </p:nvSpPr>
        <p:spPr>
          <a:xfrm xmlns:a="http://schemas.openxmlformats.org/drawingml/2006/main">
            <a:off x="762000" y="2247900"/>
            <a:ext cx="4857750" cy="19050"/>
          </a:xfrm>
          <a:prstGeom xmlns:a="http://schemas.openxmlformats.org/drawingml/2006/main" prst="rect">
            <a:avLst/>
          </a:prstGeom>
          <a:solidFill xmlns:a="http://schemas.openxmlformats.org/drawingml/2006/main">
            <a:srgbClr val="5EE9B5"/>
          </a:solidFill>
          <a:ln xmlns:a="http://schemas.openxmlformats.org/drawingml/2006/main" w="0">
            <a:noFill/>
            <a:prstDash val="solid"/>
          </a:ln>
        </p:spPr>
      </p:sp>
      <p:sp>
        <p:nvSpPr>
          <p:cNvPr id="6" name="keyword-title">
            <a:extLst xmlns:a="http://schemas.openxmlformats.org/drawingml/2006/main">
              <a:ext uri="{FF2B5EF4-FFF2-40B4-BE49-F238E27FC236}">
                <a16:creationId xmlns:a16="http://schemas.microsoft.com/office/drawing/2014/main" id="{79AC8E3A-D764-47BA-972B-6D89B5C2BEED}"/>
              </a:ext>
            </a:extLst>
          </p:cNvPr>
          <p:cNvSpPr>
            <a:spLocks xmlns:a="http://schemas.openxmlformats.org/drawingml/2006/main" noGrp="1"/>
          </p:cNvSpPr>
          <p:nvPr/>
        </p:nvSpPr>
        <p:spPr>
          <a:xfrm xmlns:a="http://schemas.openxmlformats.org/drawingml/2006/main">
            <a:off x="762000" y="2514600"/>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1">
                <a:solidFill>
                  <a:srgbClr val="0F172B"/>
                </a:solidFill>
              </a:defRPr>
            </a:defPPr>
            <a:lvl1pPr algn="l">
              <a:defRPr sz="1950" b="1">
                <a:solidFill>
                  <a:srgbClr val="0F172B"/>
                </a:solidFill>
              </a:defRPr>
            </a:lvl1pPr>
            <a:lvl2pPr algn="l">
              <a:defRPr sz="1950" b="1">
                <a:solidFill>
                  <a:srgbClr val="0F172B"/>
                </a:solidFill>
              </a:defRPr>
            </a:lvl2pPr>
            <a:lvl3pPr algn="l">
              <a:defRPr sz="1950" b="1">
                <a:solidFill>
                  <a:srgbClr val="0F172B"/>
                </a:solidFill>
              </a:defRPr>
            </a:lvl3pPr>
            <a:lvl4pPr algn="l">
              <a:defRPr sz="1950" b="1">
                <a:solidFill>
                  <a:srgbClr val="0F172B"/>
                </a:solidFill>
              </a:defRPr>
            </a:lvl4pPr>
            <a:lvl5pPr algn="l">
              <a:defRPr sz="1950" b="1">
                <a:solidFill>
                  <a:srgbClr val="0F172B"/>
                </a:solidFill>
              </a:defRPr>
            </a:lvl5pPr>
            <a:lvl6pPr algn="l">
              <a:defRPr sz="1950" b="1">
                <a:solidFill>
                  <a:srgbClr val="0F172B"/>
                </a:solidFill>
              </a:defRPr>
            </a:lvl6pPr>
            <a:lvl7pPr algn="l">
              <a:defRPr sz="1950" b="1">
                <a:solidFill>
                  <a:srgbClr val="0F172B"/>
                </a:solidFill>
              </a:defRPr>
            </a:lvl7pPr>
            <a:lvl8pPr algn="l">
              <a:defRPr sz="1950" b="1">
                <a:solidFill>
                  <a:srgbClr val="0F172B"/>
                </a:solidFill>
              </a:defRPr>
            </a:lvl8pPr>
            <a:lvl9pPr algn="l">
              <a:defRPr sz="1950" b="1">
                <a:solidFill>
                  <a:srgbClr val="0F172B"/>
                </a:solidFill>
              </a:defRPr>
            </a:lvl9pPr>
          </a:lstStyle>
          <a:p xmlns:a="http://schemas.openxmlformats.org/drawingml/2006/main">
            <a:pPr algn="l">
              <a:lnSpc>
                <a:spcPct val="108000"/>
              </a:lnSpc>
              <a:buNone/>
              <a:defRPr sz="1950" b="1">
                <a:solidFill>
                  <a:srgbClr val="0F172B"/>
                </a:solidFill>
              </a:defRPr>
            </a:pPr>
            <a:r>
              <a:rPr sz="1950" b="1">
                <a:solidFill>
                  <a:srgbClr val="0F172B"/>
                </a:solidFill>
              </a:rPr>
              <a:t>Keyword</a:t>
            </a:r>
          </a:p>
        </p:txBody>
      </p:sp>
      <p:sp>
        <p:nvSpPr>
          <p:cNvPr id="7" name="keyword-score">
            <a:extLst xmlns:a="http://schemas.openxmlformats.org/drawingml/2006/main">
              <a:ext uri="{FF2B5EF4-FFF2-40B4-BE49-F238E27FC236}">
                <a16:creationId xmlns:a16="http://schemas.microsoft.com/office/drawing/2014/main" id="{51970FCC-4AE0-4741-A768-D75F7B706D11}"/>
              </a:ext>
            </a:extLst>
          </p:cNvPr>
          <p:cNvSpPr>
            <a:spLocks xmlns:a="http://schemas.openxmlformats.org/drawingml/2006/main" noGrp="1"/>
          </p:cNvSpPr>
          <p:nvPr/>
        </p:nvSpPr>
        <p:spPr>
          <a:xfrm xmlns:a="http://schemas.openxmlformats.org/drawingml/2006/main">
            <a:off x="762000" y="304800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4800" b="1">
                <a:solidFill>
                  <a:srgbClr val="007A55"/>
                </a:solidFill>
              </a:defRPr>
            </a:defPPr>
            <a:lvl1pPr algn="l">
              <a:defRPr sz="4800" b="1">
                <a:solidFill>
                  <a:srgbClr val="007A55"/>
                </a:solidFill>
              </a:defRPr>
            </a:lvl1pPr>
            <a:lvl2pPr algn="l">
              <a:defRPr sz="4800" b="1">
                <a:solidFill>
                  <a:srgbClr val="007A55"/>
                </a:solidFill>
              </a:defRPr>
            </a:lvl2pPr>
            <a:lvl3pPr algn="l">
              <a:defRPr sz="4800" b="1">
                <a:solidFill>
                  <a:srgbClr val="007A55"/>
                </a:solidFill>
              </a:defRPr>
            </a:lvl3pPr>
            <a:lvl4pPr algn="l">
              <a:defRPr sz="4800" b="1">
                <a:solidFill>
                  <a:srgbClr val="007A55"/>
                </a:solidFill>
              </a:defRPr>
            </a:lvl4pPr>
            <a:lvl5pPr algn="l">
              <a:defRPr sz="4800" b="1">
                <a:solidFill>
                  <a:srgbClr val="007A55"/>
                </a:solidFill>
              </a:defRPr>
            </a:lvl5pPr>
            <a:lvl6pPr algn="l">
              <a:defRPr sz="4800" b="1">
                <a:solidFill>
                  <a:srgbClr val="007A55"/>
                </a:solidFill>
              </a:defRPr>
            </a:lvl6pPr>
            <a:lvl7pPr algn="l">
              <a:defRPr sz="4800" b="1">
                <a:solidFill>
                  <a:srgbClr val="007A55"/>
                </a:solidFill>
              </a:defRPr>
            </a:lvl7pPr>
            <a:lvl8pPr algn="l">
              <a:defRPr sz="4800" b="1">
                <a:solidFill>
                  <a:srgbClr val="007A55"/>
                </a:solidFill>
              </a:defRPr>
            </a:lvl8pPr>
            <a:lvl9pPr algn="l">
              <a:defRPr sz="4800" b="1">
                <a:solidFill>
                  <a:srgbClr val="007A55"/>
                </a:solidFill>
              </a:defRPr>
            </a:lvl9pPr>
          </a:lstStyle>
          <a:p xmlns:a="http://schemas.openxmlformats.org/drawingml/2006/main">
            <a:pPr algn="l">
              <a:lnSpc>
                <a:spcPct val="108000"/>
              </a:lnSpc>
              <a:buNone/>
              <a:defRPr sz="4800" b="1">
                <a:solidFill>
                  <a:srgbClr val="007A55"/>
                </a:solidFill>
              </a:defRPr>
            </a:pPr>
            <a:r>
              <a:rPr sz="4800" b="1">
                <a:solidFill>
                  <a:srgbClr val="007A55"/>
                </a:solidFill>
              </a:rPr>
              <a:t>5/5</a:t>
            </a:r>
          </a:p>
        </p:txBody>
      </p:sp>
      <p:sp>
        <p:nvSpPr>
          <p:cNvPr id="8" name="keyword-body">
            <a:extLst xmlns:a="http://schemas.openxmlformats.org/drawingml/2006/main">
              <a:ext uri="{FF2B5EF4-FFF2-40B4-BE49-F238E27FC236}">
                <a16:creationId xmlns:a16="http://schemas.microsoft.com/office/drawing/2014/main" id="{BD0B1751-A692-4DA5-9AE5-89974766CB26}"/>
              </a:ext>
            </a:extLst>
          </p:cNvPr>
          <p:cNvSpPr>
            <a:spLocks xmlns:a="http://schemas.openxmlformats.org/drawingml/2006/main" noGrp="1"/>
          </p:cNvSpPr>
          <p:nvPr/>
        </p:nvSpPr>
        <p:spPr>
          <a:xfrm xmlns:a="http://schemas.openxmlformats.org/drawingml/2006/main">
            <a:off x="762000" y="3857625"/>
            <a:ext cx="4572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0">
                <a:solidFill>
                  <a:srgbClr val="45556C"/>
                </a:solidFill>
              </a:defRPr>
            </a:defPPr>
            <a:lvl1pPr algn="l">
              <a:defRPr sz="1425" b="0">
                <a:solidFill>
                  <a:srgbClr val="45556C"/>
                </a:solidFill>
              </a:defRPr>
            </a:lvl1pPr>
            <a:lvl2pPr algn="l">
              <a:defRPr sz="1425" b="0">
                <a:solidFill>
                  <a:srgbClr val="45556C"/>
                </a:solidFill>
              </a:defRPr>
            </a:lvl2pPr>
            <a:lvl3pPr algn="l">
              <a:defRPr sz="1425" b="0">
                <a:solidFill>
                  <a:srgbClr val="45556C"/>
                </a:solidFill>
              </a:defRPr>
            </a:lvl3pPr>
            <a:lvl4pPr algn="l">
              <a:defRPr sz="1425" b="0">
                <a:solidFill>
                  <a:srgbClr val="45556C"/>
                </a:solidFill>
              </a:defRPr>
            </a:lvl4pPr>
            <a:lvl5pPr algn="l">
              <a:defRPr sz="1425" b="0">
                <a:solidFill>
                  <a:srgbClr val="45556C"/>
                </a:solidFill>
              </a:defRPr>
            </a:lvl5pPr>
            <a:lvl6pPr algn="l">
              <a:defRPr sz="1425" b="0">
                <a:solidFill>
                  <a:srgbClr val="45556C"/>
                </a:solidFill>
              </a:defRPr>
            </a:lvl6pPr>
            <a:lvl7pPr algn="l">
              <a:defRPr sz="1425" b="0">
                <a:solidFill>
                  <a:srgbClr val="45556C"/>
                </a:solidFill>
              </a:defRPr>
            </a:lvl7pPr>
            <a:lvl8pPr algn="l">
              <a:defRPr sz="1425" b="0">
                <a:solidFill>
                  <a:srgbClr val="45556C"/>
                </a:solidFill>
              </a:defRPr>
            </a:lvl8pPr>
            <a:lvl9pPr algn="l">
              <a:defRPr sz="1425" b="0">
                <a:solidFill>
                  <a:srgbClr val="45556C"/>
                </a:solidFill>
              </a:defRPr>
            </a:lvl9pPr>
          </a:lstStyle>
          <a:p xmlns:a="http://schemas.openxmlformats.org/drawingml/2006/main">
            <a:pPr algn="l">
              <a:lnSpc>
                <a:spcPct val="108000"/>
              </a:lnSpc>
              <a:buNone/>
              <a:defRPr sz="1425" b="0">
                <a:solidFill>
                  <a:srgbClr val="45556C"/>
                </a:solidFill>
              </a:defRPr>
            </a:pPr>
            <a:r>
              <a:rPr sz="1425" b="0">
                <a:solidFill>
                  <a:srgbClr val="45556C"/>
                </a:solidFill>
              </a:rPr>
              <a:t>frozen queries hit the expected file and page</a:t>
            </a:r>
          </a:p>
        </p:txBody>
      </p:sp>
      <p:sp>
        <p:nvSpPr>
          <p:cNvPr id="9" name="semantic-rule">
            <a:extLst xmlns:a="http://schemas.openxmlformats.org/drawingml/2006/main">
              <a:ext uri="{FF2B5EF4-FFF2-40B4-BE49-F238E27FC236}">
                <a16:creationId xmlns:a16="http://schemas.microsoft.com/office/drawing/2014/main" id="{3C36F6BE-44C8-47A4-812E-52B2CBC08B69}"/>
              </a:ext>
            </a:extLst>
          </p:cNvPr>
          <p:cNvSpPr>
            <a:spLocks xmlns:a="http://schemas.openxmlformats.org/drawingml/2006/main" noGrp="1"/>
          </p:cNvSpPr>
          <p:nvPr/>
        </p:nvSpPr>
        <p:spPr>
          <a:xfrm xmlns:a="http://schemas.openxmlformats.org/drawingml/2006/main">
            <a:off x="6096000" y="2247900"/>
            <a:ext cx="4857750" cy="19050"/>
          </a:xfrm>
          <a:prstGeom xmlns:a="http://schemas.openxmlformats.org/drawingml/2006/main" prst="rect">
            <a:avLst/>
          </a:prstGeom>
          <a:solidFill xmlns:a="http://schemas.openxmlformats.org/drawingml/2006/main">
            <a:srgbClr val="FFD230"/>
          </a:solidFill>
          <a:ln xmlns:a="http://schemas.openxmlformats.org/drawingml/2006/main" w="0">
            <a:noFill/>
            <a:prstDash val="solid"/>
          </a:ln>
        </p:spPr>
      </p:sp>
      <p:sp>
        <p:nvSpPr>
          <p:cNvPr id="10" name="semantic-title">
            <a:extLst xmlns:a="http://schemas.openxmlformats.org/drawingml/2006/main">
              <a:ext uri="{FF2B5EF4-FFF2-40B4-BE49-F238E27FC236}">
                <a16:creationId xmlns:a16="http://schemas.microsoft.com/office/drawing/2014/main" id="{6128F8D0-D44E-4EC5-BE85-D9419AAC9FE8}"/>
              </a:ext>
            </a:extLst>
          </p:cNvPr>
          <p:cNvSpPr>
            <a:spLocks xmlns:a="http://schemas.openxmlformats.org/drawingml/2006/main" noGrp="1"/>
          </p:cNvSpPr>
          <p:nvPr/>
        </p:nvSpPr>
        <p:spPr>
          <a:xfrm xmlns:a="http://schemas.openxmlformats.org/drawingml/2006/main">
            <a:off x="6096000" y="2514600"/>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1">
                <a:solidFill>
                  <a:srgbClr val="461901"/>
                </a:solidFill>
              </a:defRPr>
            </a:defPPr>
            <a:lvl1pPr algn="l">
              <a:defRPr sz="1950" b="1">
                <a:solidFill>
                  <a:srgbClr val="461901"/>
                </a:solidFill>
              </a:defRPr>
            </a:lvl1pPr>
            <a:lvl2pPr algn="l">
              <a:defRPr sz="1950" b="1">
                <a:solidFill>
                  <a:srgbClr val="461901"/>
                </a:solidFill>
              </a:defRPr>
            </a:lvl2pPr>
            <a:lvl3pPr algn="l">
              <a:defRPr sz="1950" b="1">
                <a:solidFill>
                  <a:srgbClr val="461901"/>
                </a:solidFill>
              </a:defRPr>
            </a:lvl3pPr>
            <a:lvl4pPr algn="l">
              <a:defRPr sz="1950" b="1">
                <a:solidFill>
                  <a:srgbClr val="461901"/>
                </a:solidFill>
              </a:defRPr>
            </a:lvl4pPr>
            <a:lvl5pPr algn="l">
              <a:defRPr sz="1950" b="1">
                <a:solidFill>
                  <a:srgbClr val="461901"/>
                </a:solidFill>
              </a:defRPr>
            </a:lvl5pPr>
            <a:lvl6pPr algn="l">
              <a:defRPr sz="1950" b="1">
                <a:solidFill>
                  <a:srgbClr val="461901"/>
                </a:solidFill>
              </a:defRPr>
            </a:lvl6pPr>
            <a:lvl7pPr algn="l">
              <a:defRPr sz="1950" b="1">
                <a:solidFill>
                  <a:srgbClr val="461901"/>
                </a:solidFill>
              </a:defRPr>
            </a:lvl7pPr>
            <a:lvl8pPr algn="l">
              <a:defRPr sz="1950" b="1">
                <a:solidFill>
                  <a:srgbClr val="461901"/>
                </a:solidFill>
              </a:defRPr>
            </a:lvl8pPr>
            <a:lvl9pPr algn="l">
              <a:defRPr sz="1950" b="1">
                <a:solidFill>
                  <a:srgbClr val="461901"/>
                </a:solidFill>
              </a:defRPr>
            </a:lvl9pPr>
          </a:lstStyle>
          <a:p xmlns:a="http://schemas.openxmlformats.org/drawingml/2006/main">
            <a:pPr algn="l">
              <a:lnSpc>
                <a:spcPct val="108000"/>
              </a:lnSpc>
              <a:buNone/>
              <a:defRPr sz="1950" b="1">
                <a:solidFill>
                  <a:srgbClr val="461901"/>
                </a:solidFill>
              </a:defRPr>
            </a:pPr>
            <a:r>
              <a:rPr sz="1950" b="1">
                <a:solidFill>
                  <a:srgbClr val="461901"/>
                </a:solidFill>
              </a:rPr>
              <a:t>Semantic</a:t>
            </a:r>
          </a:p>
        </p:txBody>
      </p:sp>
      <p:sp>
        <p:nvSpPr>
          <p:cNvPr id="11" name="semantic-state">
            <a:extLst xmlns:a="http://schemas.openxmlformats.org/drawingml/2006/main">
              <a:ext uri="{FF2B5EF4-FFF2-40B4-BE49-F238E27FC236}">
                <a16:creationId xmlns:a16="http://schemas.microsoft.com/office/drawing/2014/main" id="{BDD8731B-EBE7-466F-9FF4-D603CB155B37}"/>
              </a:ext>
            </a:extLst>
          </p:cNvPr>
          <p:cNvSpPr>
            <a:spLocks xmlns:a="http://schemas.openxmlformats.org/drawingml/2006/main" noGrp="1"/>
          </p:cNvSpPr>
          <p:nvPr/>
        </p:nvSpPr>
        <p:spPr>
          <a:xfrm xmlns:a="http://schemas.openxmlformats.org/drawingml/2006/main">
            <a:off x="6096000" y="3048000"/>
            <a:ext cx="2286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4800" b="1">
                <a:solidFill>
                  <a:srgbClr val="007A55"/>
                </a:solidFill>
              </a:defRPr>
            </a:defPPr>
            <a:lvl1pPr algn="l">
              <a:defRPr sz="4800" b="1">
                <a:solidFill>
                  <a:srgbClr val="007A55"/>
                </a:solidFill>
              </a:defRPr>
            </a:lvl1pPr>
            <a:lvl2pPr algn="l">
              <a:defRPr sz="4800" b="1">
                <a:solidFill>
                  <a:srgbClr val="007A55"/>
                </a:solidFill>
              </a:defRPr>
            </a:lvl2pPr>
            <a:lvl3pPr algn="l">
              <a:defRPr sz="4800" b="1">
                <a:solidFill>
                  <a:srgbClr val="007A55"/>
                </a:solidFill>
              </a:defRPr>
            </a:lvl3pPr>
            <a:lvl4pPr algn="l">
              <a:defRPr sz="4800" b="1">
                <a:solidFill>
                  <a:srgbClr val="007A55"/>
                </a:solidFill>
              </a:defRPr>
            </a:lvl4pPr>
            <a:lvl5pPr algn="l">
              <a:defRPr sz="4800" b="1">
                <a:solidFill>
                  <a:srgbClr val="007A55"/>
                </a:solidFill>
              </a:defRPr>
            </a:lvl5pPr>
            <a:lvl6pPr algn="l">
              <a:defRPr sz="4800" b="1">
                <a:solidFill>
                  <a:srgbClr val="007A55"/>
                </a:solidFill>
              </a:defRPr>
            </a:lvl6pPr>
            <a:lvl7pPr algn="l">
              <a:defRPr sz="4800" b="1">
                <a:solidFill>
                  <a:srgbClr val="007A55"/>
                </a:solidFill>
              </a:defRPr>
            </a:lvl7pPr>
            <a:lvl8pPr algn="l">
              <a:defRPr sz="4800" b="1">
                <a:solidFill>
                  <a:srgbClr val="007A55"/>
                </a:solidFill>
              </a:defRPr>
            </a:lvl8pPr>
            <a:lvl9pPr algn="l">
              <a:defRPr sz="4800" b="1">
                <a:solidFill>
                  <a:srgbClr val="007A55"/>
                </a:solidFill>
              </a:defRPr>
            </a:lvl9pPr>
          </a:lstStyle>
          <a:p xmlns:a="http://schemas.openxmlformats.org/drawingml/2006/main">
            <a:pPr algn="l">
              <a:lnSpc>
                <a:spcPct val="108000"/>
              </a:lnSpc>
              <a:buNone/>
              <a:defRPr sz="4800" b="1">
                <a:solidFill>
                  <a:srgbClr val="007A55"/>
                </a:solidFill>
              </a:defRPr>
            </a:pPr>
            <a:r>
              <a:rPr sz="4800" b="1">
                <a:solidFill>
                  <a:srgbClr val="007A55"/>
                </a:solidFill>
              </a:rPr>
              <a:t>5/5</a:t>
            </a:r>
          </a:p>
        </p:txBody>
      </p:sp>
      <p:sp>
        <p:nvSpPr>
          <p:cNvPr id="12" name="semantic-body">
            <a:extLst xmlns:a="http://schemas.openxmlformats.org/drawingml/2006/main">
              <a:ext uri="{FF2B5EF4-FFF2-40B4-BE49-F238E27FC236}">
                <a16:creationId xmlns:a16="http://schemas.microsoft.com/office/drawing/2014/main" id="{3CFC673F-F793-4130-90AD-40B52EFF43D2}"/>
              </a:ext>
            </a:extLst>
          </p:cNvPr>
          <p:cNvSpPr>
            <a:spLocks xmlns:a="http://schemas.openxmlformats.org/drawingml/2006/main" noGrp="1"/>
          </p:cNvSpPr>
          <p:nvPr/>
        </p:nvSpPr>
        <p:spPr>
          <a:xfrm xmlns:a="http://schemas.openxmlformats.org/drawingml/2006/main">
            <a:off x="6096000" y="3857625"/>
            <a:ext cx="4572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0">
                <a:solidFill>
                  <a:srgbClr val="006045"/>
                </a:solidFill>
              </a:defRPr>
            </a:defPPr>
            <a:lvl1pPr algn="l">
              <a:defRPr sz="1425" b="0">
                <a:solidFill>
                  <a:srgbClr val="006045"/>
                </a:solidFill>
              </a:defRPr>
            </a:lvl1pPr>
            <a:lvl2pPr algn="l">
              <a:defRPr sz="1425" b="0">
                <a:solidFill>
                  <a:srgbClr val="006045"/>
                </a:solidFill>
              </a:defRPr>
            </a:lvl2pPr>
            <a:lvl3pPr algn="l">
              <a:defRPr sz="1425" b="0">
                <a:solidFill>
                  <a:srgbClr val="006045"/>
                </a:solidFill>
              </a:defRPr>
            </a:lvl3pPr>
            <a:lvl4pPr algn="l">
              <a:defRPr sz="1425" b="0">
                <a:solidFill>
                  <a:srgbClr val="006045"/>
                </a:solidFill>
              </a:defRPr>
            </a:lvl4pPr>
            <a:lvl5pPr algn="l">
              <a:defRPr sz="1425" b="0">
                <a:solidFill>
                  <a:srgbClr val="006045"/>
                </a:solidFill>
              </a:defRPr>
            </a:lvl5pPr>
            <a:lvl6pPr algn="l">
              <a:defRPr sz="1425" b="0">
                <a:solidFill>
                  <a:srgbClr val="006045"/>
                </a:solidFill>
              </a:defRPr>
            </a:lvl6pPr>
            <a:lvl7pPr algn="l">
              <a:defRPr sz="1425" b="0">
                <a:solidFill>
                  <a:srgbClr val="006045"/>
                </a:solidFill>
              </a:defRPr>
            </a:lvl7pPr>
            <a:lvl8pPr algn="l">
              <a:defRPr sz="1425" b="0">
                <a:solidFill>
                  <a:srgbClr val="006045"/>
                </a:solidFill>
              </a:defRPr>
            </a:lvl8pPr>
            <a:lvl9pPr algn="l">
              <a:defRPr sz="1425" b="0">
                <a:solidFill>
                  <a:srgbClr val="006045"/>
                </a:solidFill>
              </a:defRPr>
            </a:lvl9pPr>
          </a:lstStyle>
          <a:p xmlns:a="http://schemas.openxmlformats.org/drawingml/2006/main">
            <a:pPr algn="l">
              <a:lnSpc>
                <a:spcPct val="108000"/>
              </a:lnSpc>
              <a:buNone/>
              <a:defRPr sz="1425" b="0">
                <a:solidFill>
                  <a:srgbClr val="006045"/>
                </a:solidFill>
              </a:defRPr>
            </a:pPr>
            <a:r>
              <a:rPr sz="1425" b="0">
                <a:solidFill>
                  <a:srgbClr val="006045"/>
                </a:solidFill>
              </a:rPr>
              <a:t>20 chunks embedded</a:t>
            </a:r>
          </a:p>
          <a:p xmlns:a="http://schemas.openxmlformats.org/drawingml/2006/main">
            <a:pPr algn="l">
              <a:lnSpc>
                <a:spcPct val="108000"/>
              </a:lnSpc>
              <a:buNone/>
              <a:defRPr sz="1425" b="0">
                <a:solidFill>
                  <a:srgbClr val="006045"/>
                </a:solidFill>
              </a:defRPr>
            </a:pPr>
            <a:r>
              <a:rPr sz="1425" b="0">
                <a:solidFill>
                  <a:srgbClr val="006045"/>
                </a:solidFill>
              </a:rPr>
              <a:t>frozen descriptions hit file and page</a:t>
            </a:r>
          </a:p>
        </p:txBody>
      </p:sp>
      <p:sp>
        <p:nvSpPr>
          <p:cNvPr id="13" name="modes-footer-note">
            <a:extLst xmlns:a="http://schemas.openxmlformats.org/drawingml/2006/main">
              <a:ext uri="{FF2B5EF4-FFF2-40B4-BE49-F238E27FC236}">
                <a16:creationId xmlns:a16="http://schemas.microsoft.com/office/drawing/2014/main" id="{AF03EC22-A2BA-4254-8090-AC1C4BA89FEB}"/>
              </a:ext>
            </a:extLst>
          </p:cNvPr>
          <p:cNvSpPr>
            <a:spLocks xmlns:a="http://schemas.openxmlformats.org/drawingml/2006/main" noGrp="1"/>
          </p:cNvSpPr>
          <p:nvPr/>
        </p:nvSpPr>
        <p:spPr>
          <a:xfrm xmlns:a="http://schemas.openxmlformats.org/drawingml/2006/main">
            <a:off x="762000" y="5181600"/>
            <a:ext cx="1019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500" b="0">
                <a:solidFill>
                  <a:srgbClr val="45556C"/>
                </a:solidFill>
              </a:defRPr>
            </a:defPPr>
            <a:lvl1pPr algn="ctr">
              <a:defRPr sz="1500" b="0">
                <a:solidFill>
                  <a:srgbClr val="45556C"/>
                </a:solidFill>
              </a:defRPr>
            </a:lvl1pPr>
            <a:lvl2pPr algn="ctr">
              <a:defRPr sz="1500" b="0">
                <a:solidFill>
                  <a:srgbClr val="45556C"/>
                </a:solidFill>
              </a:defRPr>
            </a:lvl2pPr>
            <a:lvl3pPr algn="ctr">
              <a:defRPr sz="1500" b="0">
                <a:solidFill>
                  <a:srgbClr val="45556C"/>
                </a:solidFill>
              </a:defRPr>
            </a:lvl3pPr>
            <a:lvl4pPr algn="ctr">
              <a:defRPr sz="1500" b="0">
                <a:solidFill>
                  <a:srgbClr val="45556C"/>
                </a:solidFill>
              </a:defRPr>
            </a:lvl4pPr>
            <a:lvl5pPr algn="ctr">
              <a:defRPr sz="1500" b="0">
                <a:solidFill>
                  <a:srgbClr val="45556C"/>
                </a:solidFill>
              </a:defRPr>
            </a:lvl5pPr>
            <a:lvl6pPr algn="ctr">
              <a:defRPr sz="1500" b="0">
                <a:solidFill>
                  <a:srgbClr val="45556C"/>
                </a:solidFill>
              </a:defRPr>
            </a:lvl6pPr>
            <a:lvl7pPr algn="ctr">
              <a:defRPr sz="1500" b="0">
                <a:solidFill>
                  <a:srgbClr val="45556C"/>
                </a:solidFill>
              </a:defRPr>
            </a:lvl7pPr>
            <a:lvl8pPr algn="ctr">
              <a:defRPr sz="1500" b="0">
                <a:solidFill>
                  <a:srgbClr val="45556C"/>
                </a:solidFill>
              </a:defRPr>
            </a:lvl8pPr>
            <a:lvl9pPr algn="ctr">
              <a:defRPr sz="1500" b="0">
                <a:solidFill>
                  <a:srgbClr val="45556C"/>
                </a:solidFill>
              </a:defRPr>
            </a:lvl9pPr>
          </a:lstStyle>
          <a:p xmlns:a="http://schemas.openxmlformats.org/drawingml/2006/main">
            <a:pPr algn="ctr">
              <a:lnSpc>
                <a:spcPct val="108000"/>
              </a:lnSpc>
              <a:buNone/>
              <a:defRPr sz="1500" b="0">
                <a:solidFill>
                  <a:srgbClr val="45556C"/>
                </a:solidFill>
              </a:defRPr>
            </a:pPr>
            <a:r>
              <a:rPr sz="1500" b="0">
                <a:solidFill>
                  <a:srgbClr val="45556C"/>
                </a:solidFill>
              </a:rPr>
              <a:t>If the model is missing, the API returns keyword results with an explicit degradation reason. It never calls that a semantic success.</a:t>
            </a:r>
          </a:p>
        </p:txBody>
      </p:sp>
      <p:sp>
        <p:nvSpPr>
          <p:cNvPr id="14" name="footer">
            <a:extLst xmlns:a="http://schemas.openxmlformats.org/drawingml/2006/main">
              <a:ext uri="{FF2B5EF4-FFF2-40B4-BE49-F238E27FC236}">
                <a16:creationId xmlns:a16="http://schemas.microsoft.com/office/drawing/2014/main" id="{8554F2B6-7B21-4EB2-AF82-AA51C120136E}"/>
              </a:ext>
            </a:extLst>
          </p:cNvPr>
          <p:cNvSpPr>
            <a:spLocks xmlns:a="http://schemas.openxmlformats.org/drawingml/2006/main" noGrp="1"/>
          </p:cNvSpPr>
          <p:nvPr/>
        </p:nvSpPr>
        <p:spPr>
          <a:xfrm xmlns:a="http://schemas.openxmlformats.org/drawingml/2006/main">
            <a:off x="685800" y="6419850"/>
            <a:ext cx="10820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750" b="0">
                <a:solidFill>
                  <a:srgbClr val="90A1B9"/>
                </a:solidFill>
              </a:defRPr>
            </a:defPPr>
            <a:lvl1pPr algn="l">
              <a:defRPr sz="750" b="0">
                <a:solidFill>
                  <a:srgbClr val="90A1B9"/>
                </a:solidFill>
              </a:defRPr>
            </a:lvl1pPr>
            <a:lvl2pPr algn="l">
              <a:defRPr sz="750" b="0">
                <a:solidFill>
                  <a:srgbClr val="90A1B9"/>
                </a:solidFill>
              </a:defRPr>
            </a:lvl2pPr>
            <a:lvl3pPr algn="l">
              <a:defRPr sz="750" b="0">
                <a:solidFill>
                  <a:srgbClr val="90A1B9"/>
                </a:solidFill>
              </a:defRPr>
            </a:lvl3pPr>
            <a:lvl4pPr algn="l">
              <a:defRPr sz="750" b="0">
                <a:solidFill>
                  <a:srgbClr val="90A1B9"/>
                </a:solidFill>
              </a:defRPr>
            </a:lvl4pPr>
            <a:lvl5pPr algn="l">
              <a:defRPr sz="750" b="0">
                <a:solidFill>
                  <a:srgbClr val="90A1B9"/>
                </a:solidFill>
              </a:defRPr>
            </a:lvl5pPr>
            <a:lvl6pPr algn="l">
              <a:defRPr sz="750" b="0">
                <a:solidFill>
                  <a:srgbClr val="90A1B9"/>
                </a:solidFill>
              </a:defRPr>
            </a:lvl6pPr>
            <a:lvl7pPr algn="l">
              <a:defRPr sz="750" b="0">
                <a:solidFill>
                  <a:srgbClr val="90A1B9"/>
                </a:solidFill>
              </a:defRPr>
            </a:lvl7pPr>
            <a:lvl8pPr algn="l">
              <a:defRPr sz="750" b="0">
                <a:solidFill>
                  <a:srgbClr val="90A1B9"/>
                </a:solidFill>
              </a:defRPr>
            </a:lvl8pPr>
            <a:lvl9pPr algn="l">
              <a:defRPr sz="750" b="0">
                <a:solidFill>
                  <a:srgbClr val="90A1B9"/>
                </a:solidFill>
              </a:defRPr>
            </a:lvl9pPr>
          </a:lstStyle>
          <a:p xmlns:a="http://schemas.openxmlformats.org/drawingml/2006/main">
            <a:pPr algn="l">
              <a:lnSpc>
                <a:spcPct val="108000"/>
              </a:lnSpc>
              <a:buNone/>
              <a:defRPr sz="750" b="0">
                <a:solidFill>
                  <a:srgbClr val="90A1B9"/>
                </a:solidFill>
              </a:defRPr>
            </a:pPr>
            <a:r>
              <a:rPr sz="750" b="0">
                <a:solidFill>
                  <a:srgbClr val="90A1B9"/>
                </a:solidFill>
              </a:rPr>
              <a:t>Semantic mode is verified with the prepared model; fallback remains explicit when it is unavailable.</a:t>
            </a:r>
          </a:p>
        </p:txBody>
      </p:sp>
    </p:spTree>
    <p:extLst>
      <p:ext uri="{BB962C8B-B14F-4D97-AF65-F5344CB8AC3E}">
        <p14:creationId xmlns:p14="http://schemas.microsoft.com/office/powerpoint/2010/main" val="1319613718"/>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2" name="eyebrow">
            <a:extLst xmlns:a="http://schemas.openxmlformats.org/drawingml/2006/main">
              <a:ext uri="{FF2B5EF4-FFF2-40B4-BE49-F238E27FC236}">
                <a16:creationId xmlns:a16="http://schemas.microsoft.com/office/drawing/2014/main" id="{0CEE8103-87D2-42DB-9458-4DCF590A2DC3}"/>
              </a:ext>
            </a:extLst>
          </p:cNvPr>
          <p:cNvSpPr>
            <a:spLocks xmlns:a="http://schemas.openxmlformats.org/drawingml/2006/main" noGrp="1"/>
          </p:cNvSpPr>
          <p:nvPr/>
        </p:nvSpPr>
        <p:spPr>
          <a:xfrm xmlns:a="http://schemas.openxmlformats.org/drawingml/2006/main">
            <a:off x="685800" y="26670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900" b="1">
                <a:solidFill>
                  <a:srgbClr val="62748E"/>
                </a:solidFill>
              </a:defRPr>
            </a:defPPr>
            <a:lvl1pPr algn="l">
              <a:defRPr sz="900" b="1">
                <a:solidFill>
                  <a:srgbClr val="62748E"/>
                </a:solidFill>
              </a:defRPr>
            </a:lvl1pPr>
            <a:lvl2pPr algn="l">
              <a:defRPr sz="900" b="1">
                <a:solidFill>
                  <a:srgbClr val="62748E"/>
                </a:solidFill>
              </a:defRPr>
            </a:lvl2pPr>
            <a:lvl3pPr algn="l">
              <a:defRPr sz="900" b="1">
                <a:solidFill>
                  <a:srgbClr val="62748E"/>
                </a:solidFill>
              </a:defRPr>
            </a:lvl3pPr>
            <a:lvl4pPr algn="l">
              <a:defRPr sz="900" b="1">
                <a:solidFill>
                  <a:srgbClr val="62748E"/>
                </a:solidFill>
              </a:defRPr>
            </a:lvl4pPr>
            <a:lvl5pPr algn="l">
              <a:defRPr sz="900" b="1">
                <a:solidFill>
                  <a:srgbClr val="62748E"/>
                </a:solidFill>
              </a:defRPr>
            </a:lvl5pPr>
            <a:lvl6pPr algn="l">
              <a:defRPr sz="900" b="1">
                <a:solidFill>
                  <a:srgbClr val="62748E"/>
                </a:solidFill>
              </a:defRPr>
            </a:lvl6pPr>
            <a:lvl7pPr algn="l">
              <a:defRPr sz="900" b="1">
                <a:solidFill>
                  <a:srgbClr val="62748E"/>
                </a:solidFill>
              </a:defRPr>
            </a:lvl7pPr>
            <a:lvl8pPr algn="l">
              <a:defRPr sz="900" b="1">
                <a:solidFill>
                  <a:srgbClr val="62748E"/>
                </a:solidFill>
              </a:defRPr>
            </a:lvl8pPr>
            <a:lvl9pPr algn="l">
              <a:defRPr sz="900" b="1">
                <a:solidFill>
                  <a:srgbClr val="62748E"/>
                </a:solidFill>
              </a:defRPr>
            </a:lvl9pPr>
          </a:lstStyle>
          <a:p xmlns:a="http://schemas.openxmlformats.org/drawingml/2006/main">
            <a:pPr algn="l">
              <a:lnSpc>
                <a:spcPct val="108000"/>
              </a:lnSpc>
              <a:buNone/>
              <a:defRPr sz="900" b="1">
                <a:solidFill>
                  <a:srgbClr val="62748E"/>
                </a:solidFill>
              </a:defRPr>
            </a:pPr>
            <a:r>
              <a:rPr sz="900" b="1">
                <a:solidFill>
                  <a:srgbClr val="62748E"/>
                </a:solidFill>
              </a:rPr>
              <a:t>TEAM 11  /  D / INTERFACE</a:t>
            </a:r>
          </a:p>
        </p:txBody>
      </p:sp>
      <p:sp>
        <p:nvSpPr>
          <p:cNvPr id="2" name="page">
            <a:extLst xmlns:a="http://schemas.openxmlformats.org/drawingml/2006/main">
              <a:ext uri="{FF2B5EF4-FFF2-40B4-BE49-F238E27FC236}">
                <a16:creationId xmlns:a16="http://schemas.microsoft.com/office/drawing/2014/main" id="{A64E259F-2936-4FFD-9FF5-750C2E667F27}"/>
              </a:ext>
            </a:extLst>
          </p:cNvPr>
          <p:cNvSpPr>
            <a:spLocks xmlns:a="http://schemas.openxmlformats.org/drawingml/2006/main" noGrp="1"/>
          </p:cNvSpPr>
          <p:nvPr/>
        </p:nvSpPr>
        <p:spPr>
          <a:xfrm xmlns:a="http://schemas.openxmlformats.org/drawingml/2006/main">
            <a:off x="11049000" y="2476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900" b="1">
                <a:solidFill>
                  <a:srgbClr val="90A1B9"/>
                </a:solidFill>
              </a:defRPr>
            </a:defPPr>
            <a:lvl1pPr algn="r">
              <a:defRPr sz="900" b="1">
                <a:solidFill>
                  <a:srgbClr val="90A1B9"/>
                </a:solidFill>
              </a:defRPr>
            </a:lvl1pPr>
            <a:lvl2pPr algn="r">
              <a:defRPr sz="900" b="1">
                <a:solidFill>
                  <a:srgbClr val="90A1B9"/>
                </a:solidFill>
              </a:defRPr>
            </a:lvl2pPr>
            <a:lvl3pPr algn="r">
              <a:defRPr sz="900" b="1">
                <a:solidFill>
                  <a:srgbClr val="90A1B9"/>
                </a:solidFill>
              </a:defRPr>
            </a:lvl3pPr>
            <a:lvl4pPr algn="r">
              <a:defRPr sz="900" b="1">
                <a:solidFill>
                  <a:srgbClr val="90A1B9"/>
                </a:solidFill>
              </a:defRPr>
            </a:lvl4pPr>
            <a:lvl5pPr algn="r">
              <a:defRPr sz="900" b="1">
                <a:solidFill>
                  <a:srgbClr val="90A1B9"/>
                </a:solidFill>
              </a:defRPr>
            </a:lvl5pPr>
            <a:lvl6pPr algn="r">
              <a:defRPr sz="900" b="1">
                <a:solidFill>
                  <a:srgbClr val="90A1B9"/>
                </a:solidFill>
              </a:defRPr>
            </a:lvl6pPr>
            <a:lvl7pPr algn="r">
              <a:defRPr sz="900" b="1">
                <a:solidFill>
                  <a:srgbClr val="90A1B9"/>
                </a:solidFill>
              </a:defRPr>
            </a:lvl7pPr>
            <a:lvl8pPr algn="r">
              <a:defRPr sz="900" b="1">
                <a:solidFill>
                  <a:srgbClr val="90A1B9"/>
                </a:solidFill>
              </a:defRPr>
            </a:lvl8pPr>
            <a:lvl9pPr algn="r">
              <a:defRPr sz="900" b="1">
                <a:solidFill>
                  <a:srgbClr val="90A1B9"/>
                </a:solidFill>
              </a:defRPr>
            </a:lvl9pPr>
          </a:lstStyle>
          <a:p xmlns:a="http://schemas.openxmlformats.org/drawingml/2006/main">
            <a:pPr algn="r">
              <a:lnSpc>
                <a:spcPct val="108000"/>
              </a:lnSpc>
              <a:buNone/>
              <a:defRPr sz="900" b="1">
                <a:solidFill>
                  <a:srgbClr val="90A1B9"/>
                </a:solidFill>
              </a:defRPr>
            </a:pPr>
            <a:r>
              <a:rPr sz="900" b="1">
                <a:solidFill>
                  <a:srgbClr val="90A1B9"/>
                </a:solidFill>
              </a:rPr>
              <a:t>09</a:t>
            </a:r>
          </a:p>
        </p:txBody>
      </p:sp>
      <p:sp>
        <p:nvSpPr>
          <p:cNvPr id="3" name="browser-rule">
            <a:extLst xmlns:a="http://schemas.openxmlformats.org/drawingml/2006/main">
              <a:ext uri="{FF2B5EF4-FFF2-40B4-BE49-F238E27FC236}">
                <a16:creationId xmlns:a16="http://schemas.microsoft.com/office/drawing/2014/main" id="{19F6B486-8F5E-490C-BD97-B0335EBDE6C3}"/>
              </a:ext>
            </a:extLst>
          </p:cNvPr>
          <p:cNvSpPr>
            <a:spLocks xmlns:a="http://schemas.openxmlformats.org/drawingml/2006/main" noGrp="1"/>
          </p:cNvSpPr>
          <p:nvPr/>
        </p:nvSpPr>
        <p:spPr>
          <a:xfrm xmlns:a="http://schemas.openxmlformats.org/drawingml/2006/main">
            <a:off x="685800" y="552450"/>
            <a:ext cx="514350" cy="47625"/>
          </a:xfrm>
          <a:prstGeom xmlns:a="http://schemas.openxmlformats.org/drawingml/2006/main" prst="rect">
            <a:avLst/>
          </a:prstGeom>
          <a:solidFill xmlns:a="http://schemas.openxmlformats.org/drawingml/2006/main">
            <a:srgbClr val="0084D1"/>
          </a:solidFill>
          <a:ln xmlns:a="http://schemas.openxmlformats.org/drawingml/2006/main" w="0">
            <a:noFill/>
            <a:prstDash val="solid"/>
          </a:ln>
        </p:spPr>
      </p:sp>
      <p:sp>
        <p:nvSpPr>
          <p:cNvPr id="4" name="title">
            <a:extLst xmlns:a="http://schemas.openxmlformats.org/drawingml/2006/main">
              <a:ext uri="{FF2B5EF4-FFF2-40B4-BE49-F238E27FC236}">
                <a16:creationId xmlns:a16="http://schemas.microsoft.com/office/drawing/2014/main" id="{A6FA15E3-2F94-48EA-9D0B-49B474642F38}"/>
              </a:ext>
            </a:extLst>
          </p:cNvPr>
          <p:cNvSpPr>
            <a:spLocks xmlns:a="http://schemas.openxmlformats.org/drawingml/2006/main" noGrp="1"/>
          </p:cNvSpPr>
          <p:nvPr/>
        </p:nvSpPr>
        <p:spPr>
          <a:xfrm xmlns:a="http://schemas.openxmlformats.org/drawingml/2006/main">
            <a:off x="685800" y="685800"/>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00" b="1">
                <a:solidFill>
                  <a:srgbClr val="020618"/>
                </a:solidFill>
              </a:defRPr>
            </a:defPPr>
            <a:lvl1pPr algn="l">
              <a:defRPr sz="3000" b="1">
                <a:solidFill>
                  <a:srgbClr val="020618"/>
                </a:solidFill>
              </a:defRPr>
            </a:lvl1pPr>
            <a:lvl2pPr algn="l">
              <a:defRPr sz="3000" b="1">
                <a:solidFill>
                  <a:srgbClr val="020618"/>
                </a:solidFill>
              </a:defRPr>
            </a:lvl2pPr>
            <a:lvl3pPr algn="l">
              <a:defRPr sz="3000" b="1">
                <a:solidFill>
                  <a:srgbClr val="020618"/>
                </a:solidFill>
              </a:defRPr>
            </a:lvl3pPr>
            <a:lvl4pPr algn="l">
              <a:defRPr sz="3000" b="1">
                <a:solidFill>
                  <a:srgbClr val="020618"/>
                </a:solidFill>
              </a:defRPr>
            </a:lvl4pPr>
            <a:lvl5pPr algn="l">
              <a:defRPr sz="3000" b="1">
                <a:solidFill>
                  <a:srgbClr val="020618"/>
                </a:solidFill>
              </a:defRPr>
            </a:lvl5pPr>
            <a:lvl6pPr algn="l">
              <a:defRPr sz="3000" b="1">
                <a:solidFill>
                  <a:srgbClr val="020618"/>
                </a:solidFill>
              </a:defRPr>
            </a:lvl6pPr>
            <a:lvl7pPr algn="l">
              <a:defRPr sz="3000" b="1">
                <a:solidFill>
                  <a:srgbClr val="020618"/>
                </a:solidFill>
              </a:defRPr>
            </a:lvl7pPr>
            <a:lvl8pPr algn="l">
              <a:defRPr sz="3000" b="1">
                <a:solidFill>
                  <a:srgbClr val="020618"/>
                </a:solidFill>
              </a:defRPr>
            </a:lvl8pPr>
            <a:lvl9pPr algn="l">
              <a:defRPr sz="3000" b="1">
                <a:solidFill>
                  <a:srgbClr val="020618"/>
                </a:solidFill>
              </a:defRPr>
            </a:lvl9pPr>
          </a:lstStyle>
          <a:p xmlns:a="http://schemas.openxmlformats.org/drawingml/2006/main">
            <a:pPr algn="l">
              <a:lnSpc>
                <a:spcPct val="105000"/>
              </a:lnSpc>
              <a:buNone/>
              <a:defRPr sz="3000" b="1">
                <a:solidFill>
                  <a:srgbClr val="020618"/>
                </a:solidFill>
              </a:defRPr>
            </a:pPr>
            <a:r>
              <a:rPr sz="3000" b="1">
                <a:solidFill>
                  <a:srgbClr val="020618"/>
                </a:solidFill>
              </a:rPr>
              <a:t>The browser calls the real services</a:t>
            </a:r>
          </a:p>
        </p:txBody>
      </p:sp>
      <p:sp>
        <p:nvSpPr>
          <p:cNvPr id="5" name="browser-num-01">
            <a:extLst xmlns:a="http://schemas.openxmlformats.org/drawingml/2006/main">
              <a:ext uri="{FF2B5EF4-FFF2-40B4-BE49-F238E27FC236}">
                <a16:creationId xmlns:a16="http://schemas.microsoft.com/office/drawing/2014/main" id="{C59B0765-B78D-4C1A-B9B5-DA740FABC975}"/>
              </a:ext>
            </a:extLst>
          </p:cNvPr>
          <p:cNvSpPr>
            <a:spLocks xmlns:a="http://schemas.openxmlformats.org/drawingml/2006/main" noGrp="1"/>
          </p:cNvSpPr>
          <p:nvPr/>
        </p:nvSpPr>
        <p:spPr>
          <a:xfrm xmlns:a="http://schemas.openxmlformats.org/drawingml/2006/main">
            <a:off x="876300" y="2228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1">
                <a:solidFill>
                  <a:srgbClr val="0084D1"/>
                </a:solidFill>
              </a:defRPr>
            </a:defPPr>
            <a:lvl1pPr algn="l">
              <a:defRPr sz="1200" b="1">
                <a:solidFill>
                  <a:srgbClr val="0084D1"/>
                </a:solidFill>
              </a:defRPr>
            </a:lvl1pPr>
            <a:lvl2pPr algn="l">
              <a:defRPr sz="1200" b="1">
                <a:solidFill>
                  <a:srgbClr val="0084D1"/>
                </a:solidFill>
              </a:defRPr>
            </a:lvl2pPr>
            <a:lvl3pPr algn="l">
              <a:defRPr sz="1200" b="1">
                <a:solidFill>
                  <a:srgbClr val="0084D1"/>
                </a:solidFill>
              </a:defRPr>
            </a:lvl3pPr>
            <a:lvl4pPr algn="l">
              <a:defRPr sz="1200" b="1">
                <a:solidFill>
                  <a:srgbClr val="0084D1"/>
                </a:solidFill>
              </a:defRPr>
            </a:lvl4pPr>
            <a:lvl5pPr algn="l">
              <a:defRPr sz="1200" b="1">
                <a:solidFill>
                  <a:srgbClr val="0084D1"/>
                </a:solidFill>
              </a:defRPr>
            </a:lvl5pPr>
            <a:lvl6pPr algn="l">
              <a:defRPr sz="1200" b="1">
                <a:solidFill>
                  <a:srgbClr val="0084D1"/>
                </a:solidFill>
              </a:defRPr>
            </a:lvl6pPr>
            <a:lvl7pPr algn="l">
              <a:defRPr sz="1200" b="1">
                <a:solidFill>
                  <a:srgbClr val="0084D1"/>
                </a:solidFill>
              </a:defRPr>
            </a:lvl7pPr>
            <a:lvl8pPr algn="l">
              <a:defRPr sz="1200" b="1">
                <a:solidFill>
                  <a:srgbClr val="0084D1"/>
                </a:solidFill>
              </a:defRPr>
            </a:lvl8pPr>
            <a:lvl9pPr algn="l">
              <a:defRPr sz="1200" b="1">
                <a:solidFill>
                  <a:srgbClr val="0084D1"/>
                </a:solidFill>
              </a:defRPr>
            </a:lvl9pPr>
          </a:lstStyle>
          <a:p xmlns:a="http://schemas.openxmlformats.org/drawingml/2006/main">
            <a:pPr algn="l">
              <a:lnSpc>
                <a:spcPct val="108000"/>
              </a:lnSpc>
              <a:buNone/>
              <a:defRPr sz="1200" b="1">
                <a:solidFill>
                  <a:srgbClr val="0084D1"/>
                </a:solidFill>
              </a:defRPr>
            </a:pPr>
            <a:r>
              <a:rPr sz="1200" b="1">
                <a:solidFill>
                  <a:srgbClr val="0084D1"/>
                </a:solidFill>
              </a:rPr>
              <a:t>01</a:t>
            </a:r>
          </a:p>
        </p:txBody>
      </p:sp>
      <p:sp>
        <p:nvSpPr>
          <p:cNvPr id="6" name="browser-title-01">
            <a:extLst xmlns:a="http://schemas.openxmlformats.org/drawingml/2006/main">
              <a:ext uri="{FF2B5EF4-FFF2-40B4-BE49-F238E27FC236}">
                <a16:creationId xmlns:a16="http://schemas.microsoft.com/office/drawing/2014/main" id="{D922B2C8-29C6-47DD-84D4-73CA1F115887}"/>
              </a:ext>
            </a:extLst>
          </p:cNvPr>
          <p:cNvSpPr>
            <a:spLocks xmlns:a="http://schemas.openxmlformats.org/drawingml/2006/main" noGrp="1"/>
          </p:cNvSpPr>
          <p:nvPr/>
        </p:nvSpPr>
        <p:spPr>
          <a:xfrm xmlns:a="http://schemas.openxmlformats.org/drawingml/2006/main">
            <a:off x="1409700" y="215265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1">
                <a:solidFill>
                  <a:srgbClr val="0F172B"/>
                </a:solidFill>
              </a:defRPr>
            </a:defPPr>
            <a:lvl1pPr algn="l">
              <a:defRPr sz="1725" b="1">
                <a:solidFill>
                  <a:srgbClr val="0F172B"/>
                </a:solidFill>
              </a:defRPr>
            </a:lvl1pPr>
            <a:lvl2pPr algn="l">
              <a:defRPr sz="1725" b="1">
                <a:solidFill>
                  <a:srgbClr val="0F172B"/>
                </a:solidFill>
              </a:defRPr>
            </a:lvl2pPr>
            <a:lvl3pPr algn="l">
              <a:defRPr sz="1725" b="1">
                <a:solidFill>
                  <a:srgbClr val="0F172B"/>
                </a:solidFill>
              </a:defRPr>
            </a:lvl3pPr>
            <a:lvl4pPr algn="l">
              <a:defRPr sz="1725" b="1">
                <a:solidFill>
                  <a:srgbClr val="0F172B"/>
                </a:solidFill>
              </a:defRPr>
            </a:lvl4pPr>
            <a:lvl5pPr algn="l">
              <a:defRPr sz="1725" b="1">
                <a:solidFill>
                  <a:srgbClr val="0F172B"/>
                </a:solidFill>
              </a:defRPr>
            </a:lvl5pPr>
            <a:lvl6pPr algn="l">
              <a:defRPr sz="1725" b="1">
                <a:solidFill>
                  <a:srgbClr val="0F172B"/>
                </a:solidFill>
              </a:defRPr>
            </a:lvl6pPr>
            <a:lvl7pPr algn="l">
              <a:defRPr sz="1725" b="1">
                <a:solidFill>
                  <a:srgbClr val="0F172B"/>
                </a:solidFill>
              </a:defRPr>
            </a:lvl7pPr>
            <a:lvl8pPr algn="l">
              <a:defRPr sz="1725" b="1">
                <a:solidFill>
                  <a:srgbClr val="0F172B"/>
                </a:solidFill>
              </a:defRPr>
            </a:lvl8pPr>
            <a:lvl9pPr algn="l">
              <a:defRPr sz="1725" b="1">
                <a:solidFill>
                  <a:srgbClr val="0F172B"/>
                </a:solidFill>
              </a:defRPr>
            </a:lvl9pPr>
          </a:lstStyle>
          <a:p xmlns:a="http://schemas.openxmlformats.org/drawingml/2006/main">
            <a:pPr algn="l">
              <a:lnSpc>
                <a:spcPct val="108000"/>
              </a:lnSpc>
              <a:buNone/>
              <a:defRPr sz="1725" b="1">
                <a:solidFill>
                  <a:srgbClr val="0F172B"/>
                </a:solidFill>
              </a:defRPr>
            </a:pPr>
            <a:r>
              <a:rPr sz="1725" b="1">
                <a:solidFill>
                  <a:srgbClr val="0F172B"/>
                </a:solidFill>
              </a:rPr>
              <a:t>Choose a read-only root</a:t>
            </a:r>
          </a:p>
        </p:txBody>
      </p:sp>
      <p:sp>
        <p:nvSpPr>
          <p:cNvPr id="7" name="browser-detail-01">
            <a:extLst xmlns:a="http://schemas.openxmlformats.org/drawingml/2006/main">
              <a:ext uri="{FF2B5EF4-FFF2-40B4-BE49-F238E27FC236}">
                <a16:creationId xmlns:a16="http://schemas.microsoft.com/office/drawing/2014/main" id="{182225F4-1B12-44C3-83A0-F31F87BE85F5}"/>
              </a:ext>
            </a:extLst>
          </p:cNvPr>
          <p:cNvSpPr>
            <a:spLocks xmlns:a="http://schemas.openxmlformats.org/drawingml/2006/main" noGrp="1"/>
          </p:cNvSpPr>
          <p:nvPr/>
        </p:nvSpPr>
        <p:spPr>
          <a:xfrm xmlns:a="http://schemas.openxmlformats.org/drawingml/2006/main">
            <a:off x="4953000" y="2171700"/>
            <a:ext cx="619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0">
                <a:solidFill>
                  <a:srgbClr val="45556C"/>
                </a:solidFill>
              </a:defRPr>
            </a:defPPr>
            <a:lvl1pPr algn="l">
              <a:defRPr sz="1425" b="0">
                <a:solidFill>
                  <a:srgbClr val="45556C"/>
                </a:solidFill>
              </a:defRPr>
            </a:lvl1pPr>
            <a:lvl2pPr algn="l">
              <a:defRPr sz="1425" b="0">
                <a:solidFill>
                  <a:srgbClr val="45556C"/>
                </a:solidFill>
              </a:defRPr>
            </a:lvl2pPr>
            <a:lvl3pPr algn="l">
              <a:defRPr sz="1425" b="0">
                <a:solidFill>
                  <a:srgbClr val="45556C"/>
                </a:solidFill>
              </a:defRPr>
            </a:lvl3pPr>
            <a:lvl4pPr algn="l">
              <a:defRPr sz="1425" b="0">
                <a:solidFill>
                  <a:srgbClr val="45556C"/>
                </a:solidFill>
              </a:defRPr>
            </a:lvl4pPr>
            <a:lvl5pPr algn="l">
              <a:defRPr sz="1425" b="0">
                <a:solidFill>
                  <a:srgbClr val="45556C"/>
                </a:solidFill>
              </a:defRPr>
            </a:lvl5pPr>
            <a:lvl6pPr algn="l">
              <a:defRPr sz="1425" b="0">
                <a:solidFill>
                  <a:srgbClr val="45556C"/>
                </a:solidFill>
              </a:defRPr>
            </a:lvl6pPr>
            <a:lvl7pPr algn="l">
              <a:defRPr sz="1425" b="0">
                <a:solidFill>
                  <a:srgbClr val="45556C"/>
                </a:solidFill>
              </a:defRPr>
            </a:lvl7pPr>
            <a:lvl8pPr algn="l">
              <a:defRPr sz="1425" b="0">
                <a:solidFill>
                  <a:srgbClr val="45556C"/>
                </a:solidFill>
              </a:defRPr>
            </a:lvl8pPr>
            <a:lvl9pPr algn="l">
              <a:defRPr sz="1425" b="0">
                <a:solidFill>
                  <a:srgbClr val="45556C"/>
                </a:solidFill>
              </a:defRPr>
            </a:lvl9pPr>
          </a:lstStyle>
          <a:p xmlns:a="http://schemas.openxmlformats.org/drawingml/2006/main">
            <a:pPr algn="l">
              <a:lnSpc>
                <a:spcPct val="108000"/>
              </a:lnSpc>
              <a:buNone/>
              <a:defRPr sz="1425" b="0">
                <a:solidFill>
                  <a:srgbClr val="45556C"/>
                </a:solidFill>
              </a:defRPr>
            </a:pPr>
            <a:r>
              <a:rPr sz="1425" b="0">
                <a:solidFill>
                  <a:srgbClr val="45556C"/>
                </a:solidFill>
              </a:rPr>
              <a:t>The client sends a relative path inside the configured mount.</a:t>
            </a:r>
          </a:p>
        </p:txBody>
      </p:sp>
      <p:sp>
        <p:nvSpPr>
          <p:cNvPr id="8" name="browser-line-01">
            <a:extLst xmlns:a="http://schemas.openxmlformats.org/drawingml/2006/main">
              <a:ext uri="{FF2B5EF4-FFF2-40B4-BE49-F238E27FC236}">
                <a16:creationId xmlns:a16="http://schemas.microsoft.com/office/drawing/2014/main" id="{91687E7B-659E-4AA1-A6DA-DF177A09A122}"/>
              </a:ext>
            </a:extLst>
          </p:cNvPr>
          <p:cNvSpPr>
            <a:spLocks xmlns:a="http://schemas.openxmlformats.org/drawingml/2006/main" noGrp="1"/>
          </p:cNvSpPr>
          <p:nvPr/>
        </p:nvSpPr>
        <p:spPr>
          <a:xfrm xmlns:a="http://schemas.openxmlformats.org/drawingml/2006/main">
            <a:off x="876300" y="2667000"/>
            <a:ext cx="1019175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9" name="browser-num-02">
            <a:extLst xmlns:a="http://schemas.openxmlformats.org/drawingml/2006/main">
              <a:ext uri="{FF2B5EF4-FFF2-40B4-BE49-F238E27FC236}">
                <a16:creationId xmlns:a16="http://schemas.microsoft.com/office/drawing/2014/main" id="{B045B874-87E8-4152-96A0-5C1468C7E9B7}"/>
              </a:ext>
            </a:extLst>
          </p:cNvPr>
          <p:cNvSpPr>
            <a:spLocks xmlns:a="http://schemas.openxmlformats.org/drawingml/2006/main" noGrp="1"/>
          </p:cNvSpPr>
          <p:nvPr/>
        </p:nvSpPr>
        <p:spPr>
          <a:xfrm xmlns:a="http://schemas.openxmlformats.org/drawingml/2006/main">
            <a:off x="876300" y="30480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1">
                <a:solidFill>
                  <a:srgbClr val="0084D1"/>
                </a:solidFill>
              </a:defRPr>
            </a:defPPr>
            <a:lvl1pPr algn="l">
              <a:defRPr sz="1200" b="1">
                <a:solidFill>
                  <a:srgbClr val="0084D1"/>
                </a:solidFill>
              </a:defRPr>
            </a:lvl1pPr>
            <a:lvl2pPr algn="l">
              <a:defRPr sz="1200" b="1">
                <a:solidFill>
                  <a:srgbClr val="0084D1"/>
                </a:solidFill>
              </a:defRPr>
            </a:lvl2pPr>
            <a:lvl3pPr algn="l">
              <a:defRPr sz="1200" b="1">
                <a:solidFill>
                  <a:srgbClr val="0084D1"/>
                </a:solidFill>
              </a:defRPr>
            </a:lvl3pPr>
            <a:lvl4pPr algn="l">
              <a:defRPr sz="1200" b="1">
                <a:solidFill>
                  <a:srgbClr val="0084D1"/>
                </a:solidFill>
              </a:defRPr>
            </a:lvl4pPr>
            <a:lvl5pPr algn="l">
              <a:defRPr sz="1200" b="1">
                <a:solidFill>
                  <a:srgbClr val="0084D1"/>
                </a:solidFill>
              </a:defRPr>
            </a:lvl5pPr>
            <a:lvl6pPr algn="l">
              <a:defRPr sz="1200" b="1">
                <a:solidFill>
                  <a:srgbClr val="0084D1"/>
                </a:solidFill>
              </a:defRPr>
            </a:lvl6pPr>
            <a:lvl7pPr algn="l">
              <a:defRPr sz="1200" b="1">
                <a:solidFill>
                  <a:srgbClr val="0084D1"/>
                </a:solidFill>
              </a:defRPr>
            </a:lvl7pPr>
            <a:lvl8pPr algn="l">
              <a:defRPr sz="1200" b="1">
                <a:solidFill>
                  <a:srgbClr val="0084D1"/>
                </a:solidFill>
              </a:defRPr>
            </a:lvl8pPr>
            <a:lvl9pPr algn="l">
              <a:defRPr sz="1200" b="1">
                <a:solidFill>
                  <a:srgbClr val="0084D1"/>
                </a:solidFill>
              </a:defRPr>
            </a:lvl9pPr>
          </a:lstStyle>
          <a:p xmlns:a="http://schemas.openxmlformats.org/drawingml/2006/main">
            <a:pPr algn="l">
              <a:lnSpc>
                <a:spcPct val="108000"/>
              </a:lnSpc>
              <a:buNone/>
              <a:defRPr sz="1200" b="1">
                <a:solidFill>
                  <a:srgbClr val="0084D1"/>
                </a:solidFill>
              </a:defRPr>
            </a:pPr>
            <a:r>
              <a:rPr sz="1200" b="1">
                <a:solidFill>
                  <a:srgbClr val="0084D1"/>
                </a:solidFill>
              </a:rPr>
              <a:t>02</a:t>
            </a:r>
          </a:p>
        </p:txBody>
      </p:sp>
      <p:sp>
        <p:nvSpPr>
          <p:cNvPr id="10" name="browser-title-02">
            <a:extLst xmlns:a="http://schemas.openxmlformats.org/drawingml/2006/main">
              <a:ext uri="{FF2B5EF4-FFF2-40B4-BE49-F238E27FC236}">
                <a16:creationId xmlns:a16="http://schemas.microsoft.com/office/drawing/2014/main" id="{25CCADF2-607F-41C5-AA84-B9F09070D23D}"/>
              </a:ext>
            </a:extLst>
          </p:cNvPr>
          <p:cNvSpPr>
            <a:spLocks xmlns:a="http://schemas.openxmlformats.org/drawingml/2006/main" noGrp="1"/>
          </p:cNvSpPr>
          <p:nvPr/>
        </p:nvSpPr>
        <p:spPr>
          <a:xfrm xmlns:a="http://schemas.openxmlformats.org/drawingml/2006/main">
            <a:off x="1409700" y="29718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1">
                <a:solidFill>
                  <a:srgbClr val="0F172B"/>
                </a:solidFill>
              </a:defRPr>
            </a:defPPr>
            <a:lvl1pPr algn="l">
              <a:defRPr sz="1725" b="1">
                <a:solidFill>
                  <a:srgbClr val="0F172B"/>
                </a:solidFill>
              </a:defRPr>
            </a:lvl1pPr>
            <a:lvl2pPr algn="l">
              <a:defRPr sz="1725" b="1">
                <a:solidFill>
                  <a:srgbClr val="0F172B"/>
                </a:solidFill>
              </a:defRPr>
            </a:lvl2pPr>
            <a:lvl3pPr algn="l">
              <a:defRPr sz="1725" b="1">
                <a:solidFill>
                  <a:srgbClr val="0F172B"/>
                </a:solidFill>
              </a:defRPr>
            </a:lvl3pPr>
            <a:lvl4pPr algn="l">
              <a:defRPr sz="1725" b="1">
                <a:solidFill>
                  <a:srgbClr val="0F172B"/>
                </a:solidFill>
              </a:defRPr>
            </a:lvl4pPr>
            <a:lvl5pPr algn="l">
              <a:defRPr sz="1725" b="1">
                <a:solidFill>
                  <a:srgbClr val="0F172B"/>
                </a:solidFill>
              </a:defRPr>
            </a:lvl5pPr>
            <a:lvl6pPr algn="l">
              <a:defRPr sz="1725" b="1">
                <a:solidFill>
                  <a:srgbClr val="0F172B"/>
                </a:solidFill>
              </a:defRPr>
            </a:lvl6pPr>
            <a:lvl7pPr algn="l">
              <a:defRPr sz="1725" b="1">
                <a:solidFill>
                  <a:srgbClr val="0F172B"/>
                </a:solidFill>
              </a:defRPr>
            </a:lvl7pPr>
            <a:lvl8pPr algn="l">
              <a:defRPr sz="1725" b="1">
                <a:solidFill>
                  <a:srgbClr val="0F172B"/>
                </a:solidFill>
              </a:defRPr>
            </a:lvl8pPr>
            <a:lvl9pPr algn="l">
              <a:defRPr sz="1725" b="1">
                <a:solidFill>
                  <a:srgbClr val="0F172B"/>
                </a:solidFill>
              </a:defRPr>
            </a:lvl9pPr>
          </a:lstStyle>
          <a:p xmlns:a="http://schemas.openxmlformats.org/drawingml/2006/main">
            <a:pPr algn="l">
              <a:lnSpc>
                <a:spcPct val="108000"/>
              </a:lnSpc>
              <a:buNone/>
              <a:defRPr sz="1725" b="1">
                <a:solidFill>
                  <a:srgbClr val="0F172B"/>
                </a:solidFill>
              </a:defRPr>
            </a:pPr>
            <a:r>
              <a:rPr sz="1725" b="1">
                <a:solidFill>
                  <a:srgbClr val="0F172B"/>
                </a:solidFill>
              </a:rPr>
              <a:t>Watch committed job state</a:t>
            </a:r>
          </a:p>
        </p:txBody>
      </p:sp>
      <p:sp>
        <p:nvSpPr>
          <p:cNvPr id="11" name="browser-detail-02">
            <a:extLst xmlns:a="http://schemas.openxmlformats.org/drawingml/2006/main">
              <a:ext uri="{FF2B5EF4-FFF2-40B4-BE49-F238E27FC236}">
                <a16:creationId xmlns:a16="http://schemas.microsoft.com/office/drawing/2014/main" id="{3EA3DD83-5448-4542-ADA2-897A2821380D}"/>
              </a:ext>
            </a:extLst>
          </p:cNvPr>
          <p:cNvSpPr>
            <a:spLocks xmlns:a="http://schemas.openxmlformats.org/drawingml/2006/main" noGrp="1"/>
          </p:cNvSpPr>
          <p:nvPr/>
        </p:nvSpPr>
        <p:spPr>
          <a:xfrm xmlns:a="http://schemas.openxmlformats.org/drawingml/2006/main">
            <a:off x="4953000" y="2990850"/>
            <a:ext cx="619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0">
                <a:solidFill>
                  <a:srgbClr val="45556C"/>
                </a:solidFill>
              </a:defRPr>
            </a:defPPr>
            <a:lvl1pPr algn="l">
              <a:defRPr sz="1425" b="0">
                <a:solidFill>
                  <a:srgbClr val="45556C"/>
                </a:solidFill>
              </a:defRPr>
            </a:lvl1pPr>
            <a:lvl2pPr algn="l">
              <a:defRPr sz="1425" b="0">
                <a:solidFill>
                  <a:srgbClr val="45556C"/>
                </a:solidFill>
              </a:defRPr>
            </a:lvl2pPr>
            <a:lvl3pPr algn="l">
              <a:defRPr sz="1425" b="0">
                <a:solidFill>
                  <a:srgbClr val="45556C"/>
                </a:solidFill>
              </a:defRPr>
            </a:lvl3pPr>
            <a:lvl4pPr algn="l">
              <a:defRPr sz="1425" b="0">
                <a:solidFill>
                  <a:srgbClr val="45556C"/>
                </a:solidFill>
              </a:defRPr>
            </a:lvl4pPr>
            <a:lvl5pPr algn="l">
              <a:defRPr sz="1425" b="0">
                <a:solidFill>
                  <a:srgbClr val="45556C"/>
                </a:solidFill>
              </a:defRPr>
            </a:lvl5pPr>
            <a:lvl6pPr algn="l">
              <a:defRPr sz="1425" b="0">
                <a:solidFill>
                  <a:srgbClr val="45556C"/>
                </a:solidFill>
              </a:defRPr>
            </a:lvl6pPr>
            <a:lvl7pPr algn="l">
              <a:defRPr sz="1425" b="0">
                <a:solidFill>
                  <a:srgbClr val="45556C"/>
                </a:solidFill>
              </a:defRPr>
            </a:lvl7pPr>
            <a:lvl8pPr algn="l">
              <a:defRPr sz="1425" b="0">
                <a:solidFill>
                  <a:srgbClr val="45556C"/>
                </a:solidFill>
              </a:defRPr>
            </a:lvl8pPr>
            <a:lvl9pPr algn="l">
              <a:defRPr sz="1425" b="0">
                <a:solidFill>
                  <a:srgbClr val="45556C"/>
                </a:solidFill>
              </a:defRPr>
            </a:lvl9pPr>
          </a:lstStyle>
          <a:p xmlns:a="http://schemas.openxmlformats.org/drawingml/2006/main">
            <a:pPr algn="l">
              <a:lnSpc>
                <a:spcPct val="108000"/>
              </a:lnSpc>
              <a:buNone/>
              <a:defRPr sz="1425" b="0">
                <a:solidFill>
                  <a:srgbClr val="45556C"/>
                </a:solidFill>
              </a:defRPr>
            </a:pPr>
            <a:r>
              <a:rPr sz="1425" b="0">
                <a:solidFill>
                  <a:srgbClr val="45556C"/>
                </a:solidFill>
              </a:rPr>
              <a:t>The screen shows processed, pending, searchable, failed and unsupported.</a:t>
            </a:r>
          </a:p>
        </p:txBody>
      </p:sp>
      <p:sp>
        <p:nvSpPr>
          <p:cNvPr id="12" name="browser-line-02">
            <a:extLst xmlns:a="http://schemas.openxmlformats.org/drawingml/2006/main">
              <a:ext uri="{FF2B5EF4-FFF2-40B4-BE49-F238E27FC236}">
                <a16:creationId xmlns:a16="http://schemas.microsoft.com/office/drawing/2014/main" id="{591E8D2B-D736-4C5F-A8A9-FC40CC744B8C}"/>
              </a:ext>
            </a:extLst>
          </p:cNvPr>
          <p:cNvSpPr>
            <a:spLocks xmlns:a="http://schemas.openxmlformats.org/drawingml/2006/main" noGrp="1"/>
          </p:cNvSpPr>
          <p:nvPr/>
        </p:nvSpPr>
        <p:spPr>
          <a:xfrm xmlns:a="http://schemas.openxmlformats.org/drawingml/2006/main">
            <a:off x="876300" y="3486150"/>
            <a:ext cx="1019175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13" name="browser-num-03">
            <a:extLst xmlns:a="http://schemas.openxmlformats.org/drawingml/2006/main">
              <a:ext uri="{FF2B5EF4-FFF2-40B4-BE49-F238E27FC236}">
                <a16:creationId xmlns:a16="http://schemas.microsoft.com/office/drawing/2014/main" id="{98315791-5234-4573-8CAC-F86D0AF8CBFE}"/>
              </a:ext>
            </a:extLst>
          </p:cNvPr>
          <p:cNvSpPr>
            <a:spLocks xmlns:a="http://schemas.openxmlformats.org/drawingml/2006/main" noGrp="1"/>
          </p:cNvSpPr>
          <p:nvPr/>
        </p:nvSpPr>
        <p:spPr>
          <a:xfrm xmlns:a="http://schemas.openxmlformats.org/drawingml/2006/main">
            <a:off x="876300" y="38671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1">
                <a:solidFill>
                  <a:srgbClr val="0084D1"/>
                </a:solidFill>
              </a:defRPr>
            </a:defPPr>
            <a:lvl1pPr algn="l">
              <a:defRPr sz="1200" b="1">
                <a:solidFill>
                  <a:srgbClr val="0084D1"/>
                </a:solidFill>
              </a:defRPr>
            </a:lvl1pPr>
            <a:lvl2pPr algn="l">
              <a:defRPr sz="1200" b="1">
                <a:solidFill>
                  <a:srgbClr val="0084D1"/>
                </a:solidFill>
              </a:defRPr>
            </a:lvl2pPr>
            <a:lvl3pPr algn="l">
              <a:defRPr sz="1200" b="1">
                <a:solidFill>
                  <a:srgbClr val="0084D1"/>
                </a:solidFill>
              </a:defRPr>
            </a:lvl3pPr>
            <a:lvl4pPr algn="l">
              <a:defRPr sz="1200" b="1">
                <a:solidFill>
                  <a:srgbClr val="0084D1"/>
                </a:solidFill>
              </a:defRPr>
            </a:lvl4pPr>
            <a:lvl5pPr algn="l">
              <a:defRPr sz="1200" b="1">
                <a:solidFill>
                  <a:srgbClr val="0084D1"/>
                </a:solidFill>
              </a:defRPr>
            </a:lvl5pPr>
            <a:lvl6pPr algn="l">
              <a:defRPr sz="1200" b="1">
                <a:solidFill>
                  <a:srgbClr val="0084D1"/>
                </a:solidFill>
              </a:defRPr>
            </a:lvl6pPr>
            <a:lvl7pPr algn="l">
              <a:defRPr sz="1200" b="1">
                <a:solidFill>
                  <a:srgbClr val="0084D1"/>
                </a:solidFill>
              </a:defRPr>
            </a:lvl7pPr>
            <a:lvl8pPr algn="l">
              <a:defRPr sz="1200" b="1">
                <a:solidFill>
                  <a:srgbClr val="0084D1"/>
                </a:solidFill>
              </a:defRPr>
            </a:lvl8pPr>
            <a:lvl9pPr algn="l">
              <a:defRPr sz="1200" b="1">
                <a:solidFill>
                  <a:srgbClr val="0084D1"/>
                </a:solidFill>
              </a:defRPr>
            </a:lvl9pPr>
          </a:lstStyle>
          <a:p xmlns:a="http://schemas.openxmlformats.org/drawingml/2006/main">
            <a:pPr algn="l">
              <a:lnSpc>
                <a:spcPct val="108000"/>
              </a:lnSpc>
              <a:buNone/>
              <a:defRPr sz="1200" b="1">
                <a:solidFill>
                  <a:srgbClr val="0084D1"/>
                </a:solidFill>
              </a:defRPr>
            </a:pPr>
            <a:r>
              <a:rPr sz="1200" b="1">
                <a:solidFill>
                  <a:srgbClr val="0084D1"/>
                </a:solidFill>
              </a:rPr>
              <a:t>03</a:t>
            </a:r>
          </a:p>
        </p:txBody>
      </p:sp>
      <p:sp>
        <p:nvSpPr>
          <p:cNvPr id="14" name="browser-title-03">
            <a:extLst xmlns:a="http://schemas.openxmlformats.org/drawingml/2006/main">
              <a:ext uri="{FF2B5EF4-FFF2-40B4-BE49-F238E27FC236}">
                <a16:creationId xmlns:a16="http://schemas.microsoft.com/office/drawing/2014/main" id="{F81AD9B5-CCA6-44C6-8E11-CBF52B047362}"/>
              </a:ext>
            </a:extLst>
          </p:cNvPr>
          <p:cNvSpPr>
            <a:spLocks xmlns:a="http://schemas.openxmlformats.org/drawingml/2006/main" noGrp="1"/>
          </p:cNvSpPr>
          <p:nvPr/>
        </p:nvSpPr>
        <p:spPr>
          <a:xfrm xmlns:a="http://schemas.openxmlformats.org/drawingml/2006/main">
            <a:off x="1409700" y="379095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1">
                <a:solidFill>
                  <a:srgbClr val="0F172B"/>
                </a:solidFill>
              </a:defRPr>
            </a:defPPr>
            <a:lvl1pPr algn="l">
              <a:defRPr sz="1725" b="1">
                <a:solidFill>
                  <a:srgbClr val="0F172B"/>
                </a:solidFill>
              </a:defRPr>
            </a:lvl1pPr>
            <a:lvl2pPr algn="l">
              <a:defRPr sz="1725" b="1">
                <a:solidFill>
                  <a:srgbClr val="0F172B"/>
                </a:solidFill>
              </a:defRPr>
            </a:lvl2pPr>
            <a:lvl3pPr algn="l">
              <a:defRPr sz="1725" b="1">
                <a:solidFill>
                  <a:srgbClr val="0F172B"/>
                </a:solidFill>
              </a:defRPr>
            </a:lvl3pPr>
            <a:lvl4pPr algn="l">
              <a:defRPr sz="1725" b="1">
                <a:solidFill>
                  <a:srgbClr val="0F172B"/>
                </a:solidFill>
              </a:defRPr>
            </a:lvl4pPr>
            <a:lvl5pPr algn="l">
              <a:defRPr sz="1725" b="1">
                <a:solidFill>
                  <a:srgbClr val="0F172B"/>
                </a:solidFill>
              </a:defRPr>
            </a:lvl5pPr>
            <a:lvl6pPr algn="l">
              <a:defRPr sz="1725" b="1">
                <a:solidFill>
                  <a:srgbClr val="0F172B"/>
                </a:solidFill>
              </a:defRPr>
            </a:lvl6pPr>
            <a:lvl7pPr algn="l">
              <a:defRPr sz="1725" b="1">
                <a:solidFill>
                  <a:srgbClr val="0F172B"/>
                </a:solidFill>
              </a:defRPr>
            </a:lvl7pPr>
            <a:lvl8pPr algn="l">
              <a:defRPr sz="1725" b="1">
                <a:solidFill>
                  <a:srgbClr val="0F172B"/>
                </a:solidFill>
              </a:defRPr>
            </a:lvl8pPr>
            <a:lvl9pPr algn="l">
              <a:defRPr sz="1725" b="1">
                <a:solidFill>
                  <a:srgbClr val="0F172B"/>
                </a:solidFill>
              </a:defRPr>
            </a:lvl9pPr>
          </a:lstStyle>
          <a:p xmlns:a="http://schemas.openxmlformats.org/drawingml/2006/main">
            <a:pPr algn="l">
              <a:lnSpc>
                <a:spcPct val="108000"/>
              </a:lnSpc>
              <a:buNone/>
              <a:defRPr sz="1725" b="1">
                <a:solidFill>
                  <a:srgbClr val="0F172B"/>
                </a:solidFill>
              </a:defRPr>
            </a:pPr>
            <a:r>
              <a:rPr sz="1725" b="1">
                <a:solidFill>
                  <a:srgbClr val="0F172B"/>
                </a:solidFill>
              </a:rPr>
              <a:t>Search the current versions</a:t>
            </a:r>
          </a:p>
        </p:txBody>
      </p:sp>
      <p:sp>
        <p:nvSpPr>
          <p:cNvPr id="15" name="browser-detail-03">
            <a:extLst xmlns:a="http://schemas.openxmlformats.org/drawingml/2006/main">
              <a:ext uri="{FF2B5EF4-FFF2-40B4-BE49-F238E27FC236}">
                <a16:creationId xmlns:a16="http://schemas.microsoft.com/office/drawing/2014/main" id="{9DC9607D-02B4-40FF-8E18-B38912B0BB1F}"/>
              </a:ext>
            </a:extLst>
          </p:cNvPr>
          <p:cNvSpPr>
            <a:spLocks xmlns:a="http://schemas.openxmlformats.org/drawingml/2006/main" noGrp="1"/>
          </p:cNvSpPr>
          <p:nvPr/>
        </p:nvSpPr>
        <p:spPr>
          <a:xfrm xmlns:a="http://schemas.openxmlformats.org/drawingml/2006/main">
            <a:off x="4953000" y="3810000"/>
            <a:ext cx="619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0">
                <a:solidFill>
                  <a:srgbClr val="45556C"/>
                </a:solidFill>
              </a:defRPr>
            </a:defPPr>
            <a:lvl1pPr algn="l">
              <a:defRPr sz="1425" b="0">
                <a:solidFill>
                  <a:srgbClr val="45556C"/>
                </a:solidFill>
              </a:defRPr>
            </a:lvl1pPr>
            <a:lvl2pPr algn="l">
              <a:defRPr sz="1425" b="0">
                <a:solidFill>
                  <a:srgbClr val="45556C"/>
                </a:solidFill>
              </a:defRPr>
            </a:lvl2pPr>
            <a:lvl3pPr algn="l">
              <a:defRPr sz="1425" b="0">
                <a:solidFill>
                  <a:srgbClr val="45556C"/>
                </a:solidFill>
              </a:defRPr>
            </a:lvl3pPr>
            <a:lvl4pPr algn="l">
              <a:defRPr sz="1425" b="0">
                <a:solidFill>
                  <a:srgbClr val="45556C"/>
                </a:solidFill>
              </a:defRPr>
            </a:lvl4pPr>
            <a:lvl5pPr algn="l">
              <a:defRPr sz="1425" b="0">
                <a:solidFill>
                  <a:srgbClr val="45556C"/>
                </a:solidFill>
              </a:defRPr>
            </a:lvl5pPr>
            <a:lvl6pPr algn="l">
              <a:defRPr sz="1425" b="0">
                <a:solidFill>
                  <a:srgbClr val="45556C"/>
                </a:solidFill>
              </a:defRPr>
            </a:lvl6pPr>
            <a:lvl7pPr algn="l">
              <a:defRPr sz="1425" b="0">
                <a:solidFill>
                  <a:srgbClr val="45556C"/>
                </a:solidFill>
              </a:defRPr>
            </a:lvl7pPr>
            <a:lvl8pPr algn="l">
              <a:defRPr sz="1425" b="0">
                <a:solidFill>
                  <a:srgbClr val="45556C"/>
                </a:solidFill>
              </a:defRPr>
            </a:lvl8pPr>
            <a:lvl9pPr algn="l">
              <a:defRPr sz="1425" b="0">
                <a:solidFill>
                  <a:srgbClr val="45556C"/>
                </a:solidFill>
              </a:defRPr>
            </a:lvl9pPr>
          </a:lstStyle>
          <a:p xmlns:a="http://schemas.openxmlformats.org/drawingml/2006/main">
            <a:pPr algn="l">
              <a:lnSpc>
                <a:spcPct val="108000"/>
              </a:lnSpc>
              <a:buNone/>
              <a:defRPr sz="1425" b="0">
                <a:solidFill>
                  <a:srgbClr val="45556C"/>
                </a:solidFill>
              </a:defRPr>
            </a:pPr>
            <a:r>
              <a:rPr sz="1425" b="0">
                <a:solidFill>
                  <a:srgbClr val="45556C"/>
                </a:solidFill>
              </a:rPr>
              <a:t>The result includes a match reason and a page locator.</a:t>
            </a:r>
          </a:p>
        </p:txBody>
      </p:sp>
      <p:sp>
        <p:nvSpPr>
          <p:cNvPr id="16" name="browser-line-03">
            <a:extLst xmlns:a="http://schemas.openxmlformats.org/drawingml/2006/main">
              <a:ext uri="{FF2B5EF4-FFF2-40B4-BE49-F238E27FC236}">
                <a16:creationId xmlns:a16="http://schemas.microsoft.com/office/drawing/2014/main" id="{9E89D580-A3D3-4802-A451-2883707344C6}"/>
              </a:ext>
            </a:extLst>
          </p:cNvPr>
          <p:cNvSpPr>
            <a:spLocks xmlns:a="http://schemas.openxmlformats.org/drawingml/2006/main" noGrp="1"/>
          </p:cNvSpPr>
          <p:nvPr/>
        </p:nvSpPr>
        <p:spPr>
          <a:xfrm xmlns:a="http://schemas.openxmlformats.org/drawingml/2006/main">
            <a:off x="876300" y="4305300"/>
            <a:ext cx="1019175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17" name="browser-num-04">
            <a:extLst xmlns:a="http://schemas.openxmlformats.org/drawingml/2006/main">
              <a:ext uri="{FF2B5EF4-FFF2-40B4-BE49-F238E27FC236}">
                <a16:creationId xmlns:a16="http://schemas.microsoft.com/office/drawing/2014/main" id="{68BF018F-7F53-4A08-8813-8778037E5DC5}"/>
              </a:ext>
            </a:extLst>
          </p:cNvPr>
          <p:cNvSpPr>
            <a:spLocks xmlns:a="http://schemas.openxmlformats.org/drawingml/2006/main" noGrp="1"/>
          </p:cNvSpPr>
          <p:nvPr/>
        </p:nvSpPr>
        <p:spPr>
          <a:xfrm xmlns:a="http://schemas.openxmlformats.org/drawingml/2006/main">
            <a:off x="876300" y="46863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1">
                <a:solidFill>
                  <a:srgbClr val="0084D1"/>
                </a:solidFill>
              </a:defRPr>
            </a:defPPr>
            <a:lvl1pPr algn="l">
              <a:defRPr sz="1200" b="1">
                <a:solidFill>
                  <a:srgbClr val="0084D1"/>
                </a:solidFill>
              </a:defRPr>
            </a:lvl1pPr>
            <a:lvl2pPr algn="l">
              <a:defRPr sz="1200" b="1">
                <a:solidFill>
                  <a:srgbClr val="0084D1"/>
                </a:solidFill>
              </a:defRPr>
            </a:lvl2pPr>
            <a:lvl3pPr algn="l">
              <a:defRPr sz="1200" b="1">
                <a:solidFill>
                  <a:srgbClr val="0084D1"/>
                </a:solidFill>
              </a:defRPr>
            </a:lvl3pPr>
            <a:lvl4pPr algn="l">
              <a:defRPr sz="1200" b="1">
                <a:solidFill>
                  <a:srgbClr val="0084D1"/>
                </a:solidFill>
              </a:defRPr>
            </a:lvl4pPr>
            <a:lvl5pPr algn="l">
              <a:defRPr sz="1200" b="1">
                <a:solidFill>
                  <a:srgbClr val="0084D1"/>
                </a:solidFill>
              </a:defRPr>
            </a:lvl5pPr>
            <a:lvl6pPr algn="l">
              <a:defRPr sz="1200" b="1">
                <a:solidFill>
                  <a:srgbClr val="0084D1"/>
                </a:solidFill>
              </a:defRPr>
            </a:lvl6pPr>
            <a:lvl7pPr algn="l">
              <a:defRPr sz="1200" b="1">
                <a:solidFill>
                  <a:srgbClr val="0084D1"/>
                </a:solidFill>
              </a:defRPr>
            </a:lvl7pPr>
            <a:lvl8pPr algn="l">
              <a:defRPr sz="1200" b="1">
                <a:solidFill>
                  <a:srgbClr val="0084D1"/>
                </a:solidFill>
              </a:defRPr>
            </a:lvl8pPr>
            <a:lvl9pPr algn="l">
              <a:defRPr sz="1200" b="1">
                <a:solidFill>
                  <a:srgbClr val="0084D1"/>
                </a:solidFill>
              </a:defRPr>
            </a:lvl9pPr>
          </a:lstStyle>
          <a:p xmlns:a="http://schemas.openxmlformats.org/drawingml/2006/main">
            <a:pPr algn="l">
              <a:lnSpc>
                <a:spcPct val="108000"/>
              </a:lnSpc>
              <a:buNone/>
              <a:defRPr sz="1200" b="1">
                <a:solidFill>
                  <a:srgbClr val="0084D1"/>
                </a:solidFill>
              </a:defRPr>
            </a:pPr>
            <a:r>
              <a:rPr sz="1200" b="1">
                <a:solidFill>
                  <a:srgbClr val="0084D1"/>
                </a:solidFill>
              </a:rPr>
              <a:t>04</a:t>
            </a:r>
          </a:p>
        </p:txBody>
      </p:sp>
      <p:sp>
        <p:nvSpPr>
          <p:cNvPr id="18" name="browser-title-04">
            <a:extLst xmlns:a="http://schemas.openxmlformats.org/drawingml/2006/main">
              <a:ext uri="{FF2B5EF4-FFF2-40B4-BE49-F238E27FC236}">
                <a16:creationId xmlns:a16="http://schemas.microsoft.com/office/drawing/2014/main" id="{B382A2BB-A4CE-4EAA-89C8-2DFA04433A3D}"/>
              </a:ext>
            </a:extLst>
          </p:cNvPr>
          <p:cNvSpPr>
            <a:spLocks xmlns:a="http://schemas.openxmlformats.org/drawingml/2006/main" noGrp="1"/>
          </p:cNvSpPr>
          <p:nvPr/>
        </p:nvSpPr>
        <p:spPr>
          <a:xfrm xmlns:a="http://schemas.openxmlformats.org/drawingml/2006/main">
            <a:off x="1409700" y="46101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1">
                <a:solidFill>
                  <a:srgbClr val="0F172B"/>
                </a:solidFill>
              </a:defRPr>
            </a:defPPr>
            <a:lvl1pPr algn="l">
              <a:defRPr sz="1725" b="1">
                <a:solidFill>
                  <a:srgbClr val="0F172B"/>
                </a:solidFill>
              </a:defRPr>
            </a:lvl1pPr>
            <a:lvl2pPr algn="l">
              <a:defRPr sz="1725" b="1">
                <a:solidFill>
                  <a:srgbClr val="0F172B"/>
                </a:solidFill>
              </a:defRPr>
            </a:lvl2pPr>
            <a:lvl3pPr algn="l">
              <a:defRPr sz="1725" b="1">
                <a:solidFill>
                  <a:srgbClr val="0F172B"/>
                </a:solidFill>
              </a:defRPr>
            </a:lvl3pPr>
            <a:lvl4pPr algn="l">
              <a:defRPr sz="1725" b="1">
                <a:solidFill>
                  <a:srgbClr val="0F172B"/>
                </a:solidFill>
              </a:defRPr>
            </a:lvl4pPr>
            <a:lvl5pPr algn="l">
              <a:defRPr sz="1725" b="1">
                <a:solidFill>
                  <a:srgbClr val="0F172B"/>
                </a:solidFill>
              </a:defRPr>
            </a:lvl5pPr>
            <a:lvl6pPr algn="l">
              <a:defRPr sz="1725" b="1">
                <a:solidFill>
                  <a:srgbClr val="0F172B"/>
                </a:solidFill>
              </a:defRPr>
            </a:lvl6pPr>
            <a:lvl7pPr algn="l">
              <a:defRPr sz="1725" b="1">
                <a:solidFill>
                  <a:srgbClr val="0F172B"/>
                </a:solidFill>
              </a:defRPr>
            </a:lvl7pPr>
            <a:lvl8pPr algn="l">
              <a:defRPr sz="1725" b="1">
                <a:solidFill>
                  <a:srgbClr val="0F172B"/>
                </a:solidFill>
              </a:defRPr>
            </a:lvl8pPr>
            <a:lvl9pPr algn="l">
              <a:defRPr sz="1725" b="1">
                <a:solidFill>
                  <a:srgbClr val="0F172B"/>
                </a:solidFill>
              </a:defRPr>
            </a:lvl9pPr>
          </a:lstStyle>
          <a:p xmlns:a="http://schemas.openxmlformats.org/drawingml/2006/main">
            <a:pPr algn="l">
              <a:lnSpc>
                <a:spcPct val="108000"/>
              </a:lnSpc>
              <a:buNone/>
              <a:defRPr sz="1725" b="1">
                <a:solidFill>
                  <a:srgbClr val="0F172B"/>
                </a:solidFill>
              </a:defRPr>
            </a:pPr>
            <a:r>
              <a:rPr sz="1725" b="1">
                <a:solidFill>
                  <a:srgbClr val="0F172B"/>
                </a:solidFill>
              </a:rPr>
              <a:t>Open version-bound evidence</a:t>
            </a:r>
          </a:p>
        </p:txBody>
      </p:sp>
      <p:sp>
        <p:nvSpPr>
          <p:cNvPr id="19" name="browser-detail-04">
            <a:extLst xmlns:a="http://schemas.openxmlformats.org/drawingml/2006/main">
              <a:ext uri="{FF2B5EF4-FFF2-40B4-BE49-F238E27FC236}">
                <a16:creationId xmlns:a16="http://schemas.microsoft.com/office/drawing/2014/main" id="{A48E0359-9729-4673-9114-13E0D70077BC}"/>
              </a:ext>
            </a:extLst>
          </p:cNvPr>
          <p:cNvSpPr>
            <a:spLocks xmlns:a="http://schemas.openxmlformats.org/drawingml/2006/main" noGrp="1"/>
          </p:cNvSpPr>
          <p:nvPr/>
        </p:nvSpPr>
        <p:spPr>
          <a:xfrm xmlns:a="http://schemas.openxmlformats.org/drawingml/2006/main">
            <a:off x="4953000" y="4629150"/>
            <a:ext cx="619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0">
                <a:solidFill>
                  <a:srgbClr val="45556C"/>
                </a:solidFill>
              </a:defRPr>
            </a:defPPr>
            <a:lvl1pPr algn="l">
              <a:defRPr sz="1425" b="0">
                <a:solidFill>
                  <a:srgbClr val="45556C"/>
                </a:solidFill>
              </a:defRPr>
            </a:lvl1pPr>
            <a:lvl2pPr algn="l">
              <a:defRPr sz="1425" b="0">
                <a:solidFill>
                  <a:srgbClr val="45556C"/>
                </a:solidFill>
              </a:defRPr>
            </a:lvl2pPr>
            <a:lvl3pPr algn="l">
              <a:defRPr sz="1425" b="0">
                <a:solidFill>
                  <a:srgbClr val="45556C"/>
                </a:solidFill>
              </a:defRPr>
            </a:lvl3pPr>
            <a:lvl4pPr algn="l">
              <a:defRPr sz="1425" b="0">
                <a:solidFill>
                  <a:srgbClr val="45556C"/>
                </a:solidFill>
              </a:defRPr>
            </a:lvl4pPr>
            <a:lvl5pPr algn="l">
              <a:defRPr sz="1425" b="0">
                <a:solidFill>
                  <a:srgbClr val="45556C"/>
                </a:solidFill>
              </a:defRPr>
            </a:lvl5pPr>
            <a:lvl6pPr algn="l">
              <a:defRPr sz="1425" b="0">
                <a:solidFill>
                  <a:srgbClr val="45556C"/>
                </a:solidFill>
              </a:defRPr>
            </a:lvl6pPr>
            <a:lvl7pPr algn="l">
              <a:defRPr sz="1425" b="0">
                <a:solidFill>
                  <a:srgbClr val="45556C"/>
                </a:solidFill>
              </a:defRPr>
            </a:lvl7pPr>
            <a:lvl8pPr algn="l">
              <a:defRPr sz="1425" b="0">
                <a:solidFill>
                  <a:srgbClr val="45556C"/>
                </a:solidFill>
              </a:defRPr>
            </a:lvl8pPr>
            <a:lvl9pPr algn="l">
              <a:defRPr sz="1425" b="0">
                <a:solidFill>
                  <a:srgbClr val="45556C"/>
                </a:solidFill>
              </a:defRPr>
            </a:lvl9pPr>
          </a:lstStyle>
          <a:p xmlns:a="http://schemas.openxmlformats.org/drawingml/2006/main">
            <a:pPr algn="l">
              <a:lnSpc>
                <a:spcPct val="108000"/>
              </a:lnSpc>
              <a:buNone/>
              <a:defRPr sz="1425" b="0">
                <a:solidFill>
                  <a:srgbClr val="45556C"/>
                </a:solidFill>
              </a:defRPr>
            </a:pPr>
            <a:r>
              <a:rPr sz="1425" b="0">
                <a:solidFill>
                  <a:srgbClr val="45556C"/>
                </a:solidFill>
              </a:rPr>
              <a:t>The inspector shows the file, version id, page and stored passage.</a:t>
            </a:r>
          </a:p>
        </p:txBody>
      </p:sp>
      <p:sp>
        <p:nvSpPr>
          <p:cNvPr id="20" name="browser-line-04">
            <a:extLst xmlns:a="http://schemas.openxmlformats.org/drawingml/2006/main">
              <a:ext uri="{FF2B5EF4-FFF2-40B4-BE49-F238E27FC236}">
                <a16:creationId xmlns:a16="http://schemas.microsoft.com/office/drawing/2014/main" id="{91ECEB63-5626-4025-A54B-F7FD8151969C}"/>
              </a:ext>
            </a:extLst>
          </p:cNvPr>
          <p:cNvSpPr>
            <a:spLocks xmlns:a="http://schemas.openxmlformats.org/drawingml/2006/main" noGrp="1"/>
          </p:cNvSpPr>
          <p:nvPr/>
        </p:nvSpPr>
        <p:spPr>
          <a:xfrm xmlns:a="http://schemas.openxmlformats.org/drawingml/2006/main">
            <a:off x="876300" y="5124450"/>
            <a:ext cx="1019175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21" name="footer">
            <a:extLst xmlns:a="http://schemas.openxmlformats.org/drawingml/2006/main">
              <a:ext uri="{FF2B5EF4-FFF2-40B4-BE49-F238E27FC236}">
                <a16:creationId xmlns:a16="http://schemas.microsoft.com/office/drawing/2014/main" id="{F41E38D3-87E2-4D42-BC5D-FAE6DE43A513}"/>
              </a:ext>
            </a:extLst>
          </p:cNvPr>
          <p:cNvSpPr>
            <a:spLocks xmlns:a="http://schemas.openxmlformats.org/drawingml/2006/main" noGrp="1"/>
          </p:cNvSpPr>
          <p:nvPr/>
        </p:nvSpPr>
        <p:spPr>
          <a:xfrm xmlns:a="http://schemas.openxmlformats.org/drawingml/2006/main">
            <a:off x="685800" y="6419850"/>
            <a:ext cx="10820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750" b="0">
                <a:solidFill>
                  <a:srgbClr val="90A1B9"/>
                </a:solidFill>
              </a:defRPr>
            </a:defPPr>
            <a:lvl1pPr algn="l">
              <a:defRPr sz="750" b="0">
                <a:solidFill>
                  <a:srgbClr val="90A1B9"/>
                </a:solidFill>
              </a:defRPr>
            </a:lvl1pPr>
            <a:lvl2pPr algn="l">
              <a:defRPr sz="750" b="0">
                <a:solidFill>
                  <a:srgbClr val="90A1B9"/>
                </a:solidFill>
              </a:defRPr>
            </a:lvl2pPr>
            <a:lvl3pPr algn="l">
              <a:defRPr sz="750" b="0">
                <a:solidFill>
                  <a:srgbClr val="90A1B9"/>
                </a:solidFill>
              </a:defRPr>
            </a:lvl3pPr>
            <a:lvl4pPr algn="l">
              <a:defRPr sz="750" b="0">
                <a:solidFill>
                  <a:srgbClr val="90A1B9"/>
                </a:solidFill>
              </a:defRPr>
            </a:lvl4pPr>
            <a:lvl5pPr algn="l">
              <a:defRPr sz="750" b="0">
                <a:solidFill>
                  <a:srgbClr val="90A1B9"/>
                </a:solidFill>
              </a:defRPr>
            </a:lvl5pPr>
            <a:lvl6pPr algn="l">
              <a:defRPr sz="750" b="0">
                <a:solidFill>
                  <a:srgbClr val="90A1B9"/>
                </a:solidFill>
              </a:defRPr>
            </a:lvl6pPr>
            <a:lvl7pPr algn="l">
              <a:defRPr sz="750" b="0">
                <a:solidFill>
                  <a:srgbClr val="90A1B9"/>
                </a:solidFill>
              </a:defRPr>
            </a:lvl7pPr>
            <a:lvl8pPr algn="l">
              <a:defRPr sz="750" b="0">
                <a:solidFill>
                  <a:srgbClr val="90A1B9"/>
                </a:solidFill>
              </a:defRPr>
            </a:lvl8pPr>
            <a:lvl9pPr algn="l">
              <a:defRPr sz="750" b="0">
                <a:solidFill>
                  <a:srgbClr val="90A1B9"/>
                </a:solidFill>
              </a:defRPr>
            </a:lvl9pPr>
          </a:lstStyle>
          <a:p xmlns:a="http://schemas.openxmlformats.org/drawingml/2006/main">
            <a:pPr algn="l">
              <a:lnSpc>
                <a:spcPct val="108000"/>
              </a:lnSpc>
              <a:buNone/>
              <a:defRPr sz="750" b="0">
                <a:solidFill>
                  <a:srgbClr val="90A1B9"/>
                </a:solidFill>
              </a:defRPr>
            </a:pPr>
            <a:r>
              <a:rPr sz="750" b="0">
                <a:solidFill>
                  <a:srgbClr val="90A1B9"/>
                </a:solidFill>
              </a:rPr>
              <a:t>The acceptance run used the real API, PostgreSQL, worker and parser. Mock screenshots are not counted.</a:t>
            </a:r>
          </a:p>
        </p:txBody>
      </p:sp>
    </p:spTree>
    <p:extLst>
      <p:ext uri="{BB962C8B-B14F-4D97-AF65-F5344CB8AC3E}">
        <p14:creationId xmlns:p14="http://schemas.microsoft.com/office/powerpoint/2010/main" val="1441199625"/>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9" name="eyebrow">
            <a:extLst xmlns:a="http://schemas.openxmlformats.org/drawingml/2006/main">
              <a:ext uri="{FF2B5EF4-FFF2-40B4-BE49-F238E27FC236}">
                <a16:creationId xmlns:a16="http://schemas.microsoft.com/office/drawing/2014/main" id="{AB7AAFFC-C571-4B29-9DDB-B36F27B35E66}"/>
              </a:ext>
            </a:extLst>
          </p:cNvPr>
          <p:cNvSpPr>
            <a:spLocks xmlns:a="http://schemas.openxmlformats.org/drawingml/2006/main" noGrp="1"/>
          </p:cNvSpPr>
          <p:nvPr/>
        </p:nvSpPr>
        <p:spPr>
          <a:xfrm xmlns:a="http://schemas.openxmlformats.org/drawingml/2006/main">
            <a:off x="685800" y="26670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900" b="1">
                <a:solidFill>
                  <a:srgbClr val="62748E"/>
                </a:solidFill>
              </a:defRPr>
            </a:defPPr>
            <a:lvl1pPr algn="l">
              <a:defRPr sz="900" b="1">
                <a:solidFill>
                  <a:srgbClr val="62748E"/>
                </a:solidFill>
              </a:defRPr>
            </a:lvl1pPr>
            <a:lvl2pPr algn="l">
              <a:defRPr sz="900" b="1">
                <a:solidFill>
                  <a:srgbClr val="62748E"/>
                </a:solidFill>
              </a:defRPr>
            </a:lvl2pPr>
            <a:lvl3pPr algn="l">
              <a:defRPr sz="900" b="1">
                <a:solidFill>
                  <a:srgbClr val="62748E"/>
                </a:solidFill>
              </a:defRPr>
            </a:lvl3pPr>
            <a:lvl4pPr algn="l">
              <a:defRPr sz="900" b="1">
                <a:solidFill>
                  <a:srgbClr val="62748E"/>
                </a:solidFill>
              </a:defRPr>
            </a:lvl4pPr>
            <a:lvl5pPr algn="l">
              <a:defRPr sz="900" b="1">
                <a:solidFill>
                  <a:srgbClr val="62748E"/>
                </a:solidFill>
              </a:defRPr>
            </a:lvl5pPr>
            <a:lvl6pPr algn="l">
              <a:defRPr sz="900" b="1">
                <a:solidFill>
                  <a:srgbClr val="62748E"/>
                </a:solidFill>
              </a:defRPr>
            </a:lvl6pPr>
            <a:lvl7pPr algn="l">
              <a:defRPr sz="900" b="1">
                <a:solidFill>
                  <a:srgbClr val="62748E"/>
                </a:solidFill>
              </a:defRPr>
            </a:lvl7pPr>
            <a:lvl8pPr algn="l">
              <a:defRPr sz="900" b="1">
                <a:solidFill>
                  <a:srgbClr val="62748E"/>
                </a:solidFill>
              </a:defRPr>
            </a:lvl8pPr>
            <a:lvl9pPr algn="l">
              <a:defRPr sz="900" b="1">
                <a:solidFill>
                  <a:srgbClr val="62748E"/>
                </a:solidFill>
              </a:defRPr>
            </a:lvl9pPr>
          </a:lstStyle>
          <a:p xmlns:a="http://schemas.openxmlformats.org/drawingml/2006/main">
            <a:pPr algn="l">
              <a:lnSpc>
                <a:spcPct val="108000"/>
              </a:lnSpc>
              <a:buNone/>
              <a:defRPr sz="900" b="1">
                <a:solidFill>
                  <a:srgbClr val="62748E"/>
                </a:solidFill>
              </a:defRPr>
            </a:pPr>
            <a:r>
              <a:rPr sz="900" b="1">
                <a:solidFill>
                  <a:srgbClr val="62748E"/>
                </a:solidFill>
              </a:rPr>
              <a:t>TEAM 11  /  EVIDENCE</a:t>
            </a:r>
          </a:p>
        </p:txBody>
      </p:sp>
      <p:sp>
        <p:nvSpPr>
          <p:cNvPr id="2" name="page">
            <a:extLst xmlns:a="http://schemas.openxmlformats.org/drawingml/2006/main">
              <a:ext uri="{FF2B5EF4-FFF2-40B4-BE49-F238E27FC236}">
                <a16:creationId xmlns:a16="http://schemas.microsoft.com/office/drawing/2014/main" id="{AD02D99C-511D-4FE2-8752-3F8B6830C6A6}"/>
              </a:ext>
            </a:extLst>
          </p:cNvPr>
          <p:cNvSpPr>
            <a:spLocks xmlns:a="http://schemas.openxmlformats.org/drawingml/2006/main" noGrp="1"/>
          </p:cNvSpPr>
          <p:nvPr/>
        </p:nvSpPr>
        <p:spPr>
          <a:xfrm xmlns:a="http://schemas.openxmlformats.org/drawingml/2006/main">
            <a:off x="11049000" y="2476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900" b="1">
                <a:solidFill>
                  <a:srgbClr val="90A1B9"/>
                </a:solidFill>
              </a:defRPr>
            </a:defPPr>
            <a:lvl1pPr algn="r">
              <a:defRPr sz="900" b="1">
                <a:solidFill>
                  <a:srgbClr val="90A1B9"/>
                </a:solidFill>
              </a:defRPr>
            </a:lvl1pPr>
            <a:lvl2pPr algn="r">
              <a:defRPr sz="900" b="1">
                <a:solidFill>
                  <a:srgbClr val="90A1B9"/>
                </a:solidFill>
              </a:defRPr>
            </a:lvl2pPr>
            <a:lvl3pPr algn="r">
              <a:defRPr sz="900" b="1">
                <a:solidFill>
                  <a:srgbClr val="90A1B9"/>
                </a:solidFill>
              </a:defRPr>
            </a:lvl3pPr>
            <a:lvl4pPr algn="r">
              <a:defRPr sz="900" b="1">
                <a:solidFill>
                  <a:srgbClr val="90A1B9"/>
                </a:solidFill>
              </a:defRPr>
            </a:lvl4pPr>
            <a:lvl5pPr algn="r">
              <a:defRPr sz="900" b="1">
                <a:solidFill>
                  <a:srgbClr val="90A1B9"/>
                </a:solidFill>
              </a:defRPr>
            </a:lvl5pPr>
            <a:lvl6pPr algn="r">
              <a:defRPr sz="900" b="1">
                <a:solidFill>
                  <a:srgbClr val="90A1B9"/>
                </a:solidFill>
              </a:defRPr>
            </a:lvl6pPr>
            <a:lvl7pPr algn="r">
              <a:defRPr sz="900" b="1">
                <a:solidFill>
                  <a:srgbClr val="90A1B9"/>
                </a:solidFill>
              </a:defRPr>
            </a:lvl7pPr>
            <a:lvl8pPr algn="r">
              <a:defRPr sz="900" b="1">
                <a:solidFill>
                  <a:srgbClr val="90A1B9"/>
                </a:solidFill>
              </a:defRPr>
            </a:lvl8pPr>
            <a:lvl9pPr algn="r">
              <a:defRPr sz="900" b="1">
                <a:solidFill>
                  <a:srgbClr val="90A1B9"/>
                </a:solidFill>
              </a:defRPr>
            </a:lvl9pPr>
          </a:lstStyle>
          <a:p xmlns:a="http://schemas.openxmlformats.org/drawingml/2006/main">
            <a:pPr algn="r">
              <a:lnSpc>
                <a:spcPct val="108000"/>
              </a:lnSpc>
              <a:buNone/>
              <a:defRPr sz="900" b="1">
                <a:solidFill>
                  <a:srgbClr val="90A1B9"/>
                </a:solidFill>
              </a:defRPr>
            </a:pPr>
            <a:r>
              <a:rPr sz="900" b="1">
                <a:solidFill>
                  <a:srgbClr val="90A1B9"/>
                </a:solidFill>
              </a:rPr>
              <a:t>10</a:t>
            </a:r>
          </a:p>
        </p:txBody>
      </p:sp>
      <p:sp>
        <p:nvSpPr>
          <p:cNvPr id="3" name="acceptance-rule">
            <a:extLst xmlns:a="http://schemas.openxmlformats.org/drawingml/2006/main">
              <a:ext uri="{FF2B5EF4-FFF2-40B4-BE49-F238E27FC236}">
                <a16:creationId xmlns:a16="http://schemas.microsoft.com/office/drawing/2014/main" id="{045686B1-051B-4B3F-BBC7-D10C07833EE7}"/>
              </a:ext>
            </a:extLst>
          </p:cNvPr>
          <p:cNvSpPr>
            <a:spLocks xmlns:a="http://schemas.openxmlformats.org/drawingml/2006/main" noGrp="1"/>
          </p:cNvSpPr>
          <p:nvPr/>
        </p:nvSpPr>
        <p:spPr>
          <a:xfrm xmlns:a="http://schemas.openxmlformats.org/drawingml/2006/main">
            <a:off x="685800" y="552450"/>
            <a:ext cx="514350" cy="47625"/>
          </a:xfrm>
          <a:prstGeom xmlns:a="http://schemas.openxmlformats.org/drawingml/2006/main" prst="rect">
            <a:avLst/>
          </a:prstGeom>
          <a:solidFill xmlns:a="http://schemas.openxmlformats.org/drawingml/2006/main">
            <a:srgbClr val="0084D1"/>
          </a:solidFill>
          <a:ln xmlns:a="http://schemas.openxmlformats.org/drawingml/2006/main" w="0">
            <a:noFill/>
            <a:prstDash val="solid"/>
          </a:ln>
        </p:spPr>
      </p:sp>
      <p:sp>
        <p:nvSpPr>
          <p:cNvPr id="4" name="title">
            <a:extLst xmlns:a="http://schemas.openxmlformats.org/drawingml/2006/main">
              <a:ext uri="{FF2B5EF4-FFF2-40B4-BE49-F238E27FC236}">
                <a16:creationId xmlns:a16="http://schemas.microsoft.com/office/drawing/2014/main" id="{84CE02AE-044D-41DE-976C-E678F6E144BB}"/>
              </a:ext>
            </a:extLst>
          </p:cNvPr>
          <p:cNvSpPr>
            <a:spLocks xmlns:a="http://schemas.openxmlformats.org/drawingml/2006/main" noGrp="1"/>
          </p:cNvSpPr>
          <p:nvPr/>
        </p:nvSpPr>
        <p:spPr>
          <a:xfrm xmlns:a="http://schemas.openxmlformats.org/drawingml/2006/main">
            <a:off x="685800" y="685800"/>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00" b="1">
                <a:solidFill>
                  <a:srgbClr val="020618"/>
                </a:solidFill>
              </a:defRPr>
            </a:defPPr>
            <a:lvl1pPr algn="l">
              <a:defRPr sz="3000" b="1">
                <a:solidFill>
                  <a:srgbClr val="020618"/>
                </a:solidFill>
              </a:defRPr>
            </a:lvl1pPr>
            <a:lvl2pPr algn="l">
              <a:defRPr sz="3000" b="1">
                <a:solidFill>
                  <a:srgbClr val="020618"/>
                </a:solidFill>
              </a:defRPr>
            </a:lvl2pPr>
            <a:lvl3pPr algn="l">
              <a:defRPr sz="3000" b="1">
                <a:solidFill>
                  <a:srgbClr val="020618"/>
                </a:solidFill>
              </a:defRPr>
            </a:lvl3pPr>
            <a:lvl4pPr algn="l">
              <a:defRPr sz="3000" b="1">
                <a:solidFill>
                  <a:srgbClr val="020618"/>
                </a:solidFill>
              </a:defRPr>
            </a:lvl4pPr>
            <a:lvl5pPr algn="l">
              <a:defRPr sz="3000" b="1">
                <a:solidFill>
                  <a:srgbClr val="020618"/>
                </a:solidFill>
              </a:defRPr>
            </a:lvl5pPr>
            <a:lvl6pPr algn="l">
              <a:defRPr sz="3000" b="1">
                <a:solidFill>
                  <a:srgbClr val="020618"/>
                </a:solidFill>
              </a:defRPr>
            </a:lvl6pPr>
            <a:lvl7pPr algn="l">
              <a:defRPr sz="3000" b="1">
                <a:solidFill>
                  <a:srgbClr val="020618"/>
                </a:solidFill>
              </a:defRPr>
            </a:lvl7pPr>
            <a:lvl8pPr algn="l">
              <a:defRPr sz="3000" b="1">
                <a:solidFill>
                  <a:srgbClr val="020618"/>
                </a:solidFill>
              </a:defRPr>
            </a:lvl8pPr>
            <a:lvl9pPr algn="l">
              <a:defRPr sz="3000" b="1">
                <a:solidFill>
                  <a:srgbClr val="020618"/>
                </a:solidFill>
              </a:defRPr>
            </a:lvl9pPr>
          </a:lstStyle>
          <a:p xmlns:a="http://schemas.openxmlformats.org/drawingml/2006/main">
            <a:pPr algn="l">
              <a:lnSpc>
                <a:spcPct val="105000"/>
              </a:lnSpc>
              <a:buNone/>
              <a:defRPr sz="3000" b="1">
                <a:solidFill>
                  <a:srgbClr val="020618"/>
                </a:solidFill>
              </a:defRPr>
            </a:pPr>
            <a:r>
              <a:rPr sz="3000" b="1">
                <a:solidFill>
                  <a:srgbClr val="020618"/>
                </a:solidFill>
              </a:rPr>
              <a:t>M1 evidence is visible in the product</a:t>
            </a:r>
          </a:p>
        </p:txBody>
      </p:sp>
      <p:sp>
        <p:nvSpPr>
          <p:cNvPr id="5" name="evidence-rule-0">
            <a:extLst xmlns:a="http://schemas.openxmlformats.org/drawingml/2006/main">
              <a:ext uri="{FF2B5EF4-FFF2-40B4-BE49-F238E27FC236}">
                <a16:creationId xmlns:a16="http://schemas.microsoft.com/office/drawing/2014/main" id="{BB82F838-EAA8-40A5-A601-95655846ED8B}"/>
              </a:ext>
            </a:extLst>
          </p:cNvPr>
          <p:cNvSpPr>
            <a:spLocks xmlns:a="http://schemas.openxmlformats.org/drawingml/2006/main" noGrp="1"/>
          </p:cNvSpPr>
          <p:nvPr/>
        </p:nvSpPr>
        <p:spPr>
          <a:xfrm xmlns:a="http://schemas.openxmlformats.org/drawingml/2006/main">
            <a:off x="781050" y="2266950"/>
            <a:ext cx="2381250" cy="19050"/>
          </a:xfrm>
          <a:prstGeom xmlns:a="http://schemas.openxmlformats.org/drawingml/2006/main" prst="rect">
            <a:avLst/>
          </a:prstGeom>
          <a:solidFill xmlns:a="http://schemas.openxmlformats.org/drawingml/2006/main">
            <a:srgbClr val="CAD5E2"/>
          </a:solidFill>
          <a:ln xmlns:a="http://schemas.openxmlformats.org/drawingml/2006/main" w="0">
            <a:noFill/>
            <a:prstDash val="solid"/>
          </a:ln>
        </p:spPr>
      </p:sp>
      <p:sp>
        <p:nvSpPr>
          <p:cNvPr id="6" name="evidence-number-0">
            <a:extLst xmlns:a="http://schemas.openxmlformats.org/drawingml/2006/main">
              <a:ext uri="{FF2B5EF4-FFF2-40B4-BE49-F238E27FC236}">
                <a16:creationId xmlns:a16="http://schemas.microsoft.com/office/drawing/2014/main" id="{296CFE86-045D-47CB-9334-01C3DA8AC90D}"/>
              </a:ext>
            </a:extLst>
          </p:cNvPr>
          <p:cNvSpPr>
            <a:spLocks xmlns:a="http://schemas.openxmlformats.org/drawingml/2006/main" noGrp="1"/>
          </p:cNvSpPr>
          <p:nvPr/>
        </p:nvSpPr>
        <p:spPr>
          <a:xfrm xmlns:a="http://schemas.openxmlformats.org/drawingml/2006/main">
            <a:off x="781050" y="2514600"/>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850" b="1">
                <a:solidFill>
                  <a:srgbClr val="0F172B"/>
                </a:solidFill>
              </a:defRPr>
            </a:defPPr>
            <a:lvl1pPr algn="ctr">
              <a:defRPr sz="2850" b="1">
                <a:solidFill>
                  <a:srgbClr val="0F172B"/>
                </a:solidFill>
              </a:defRPr>
            </a:lvl1pPr>
            <a:lvl2pPr algn="ctr">
              <a:defRPr sz="2850" b="1">
                <a:solidFill>
                  <a:srgbClr val="0F172B"/>
                </a:solidFill>
              </a:defRPr>
            </a:lvl2pPr>
            <a:lvl3pPr algn="ctr">
              <a:defRPr sz="2850" b="1">
                <a:solidFill>
                  <a:srgbClr val="0F172B"/>
                </a:solidFill>
              </a:defRPr>
            </a:lvl3pPr>
            <a:lvl4pPr algn="ctr">
              <a:defRPr sz="2850" b="1">
                <a:solidFill>
                  <a:srgbClr val="0F172B"/>
                </a:solidFill>
              </a:defRPr>
            </a:lvl4pPr>
            <a:lvl5pPr algn="ctr">
              <a:defRPr sz="2850" b="1">
                <a:solidFill>
                  <a:srgbClr val="0F172B"/>
                </a:solidFill>
              </a:defRPr>
            </a:lvl5pPr>
            <a:lvl6pPr algn="ctr">
              <a:defRPr sz="2850" b="1">
                <a:solidFill>
                  <a:srgbClr val="0F172B"/>
                </a:solidFill>
              </a:defRPr>
            </a:lvl6pPr>
            <a:lvl7pPr algn="ctr">
              <a:defRPr sz="2850" b="1">
                <a:solidFill>
                  <a:srgbClr val="0F172B"/>
                </a:solidFill>
              </a:defRPr>
            </a:lvl7pPr>
            <a:lvl8pPr algn="ctr">
              <a:defRPr sz="2850" b="1">
                <a:solidFill>
                  <a:srgbClr val="0F172B"/>
                </a:solidFill>
              </a:defRPr>
            </a:lvl8pPr>
            <a:lvl9pPr algn="ctr">
              <a:defRPr sz="2850" b="1">
                <a:solidFill>
                  <a:srgbClr val="0F172B"/>
                </a:solidFill>
              </a:defRPr>
            </a:lvl9pPr>
          </a:lstStyle>
          <a:p xmlns:a="http://schemas.openxmlformats.org/drawingml/2006/main">
            <a:pPr algn="ctr">
              <a:lnSpc>
                <a:spcPct val="108000"/>
              </a:lnSpc>
              <a:buNone/>
              <a:defRPr sz="2850" b="1">
                <a:solidFill>
                  <a:srgbClr val="0F172B"/>
                </a:solidFill>
              </a:defRPr>
            </a:pPr>
            <a:r>
              <a:rPr sz="2850" b="1">
                <a:solidFill>
                  <a:srgbClr val="0F172B"/>
                </a:solidFill>
              </a:rPr>
              <a:t>16 / 16</a:t>
            </a:r>
          </a:p>
        </p:txBody>
      </p:sp>
      <p:sp>
        <p:nvSpPr>
          <p:cNvPr id="7" name="evidence-label-0">
            <a:extLst xmlns:a="http://schemas.openxmlformats.org/drawingml/2006/main">
              <a:ext uri="{FF2B5EF4-FFF2-40B4-BE49-F238E27FC236}">
                <a16:creationId xmlns:a16="http://schemas.microsoft.com/office/drawing/2014/main" id="{28C203D5-4A1D-4522-8220-2469070EF845}"/>
              </a:ext>
            </a:extLst>
          </p:cNvPr>
          <p:cNvSpPr>
            <a:spLocks xmlns:a="http://schemas.openxmlformats.org/drawingml/2006/main" noGrp="1"/>
          </p:cNvSpPr>
          <p:nvPr/>
        </p:nvSpPr>
        <p:spPr>
          <a:xfrm xmlns:a="http://schemas.openxmlformats.org/drawingml/2006/main">
            <a:off x="781050" y="31242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200" b="0">
                <a:solidFill>
                  <a:srgbClr val="45556C"/>
                </a:solidFill>
              </a:defRPr>
            </a:defPPr>
            <a:lvl1pPr algn="ctr">
              <a:defRPr sz="1200" b="0">
                <a:solidFill>
                  <a:srgbClr val="45556C"/>
                </a:solidFill>
              </a:defRPr>
            </a:lvl1pPr>
            <a:lvl2pPr algn="ctr">
              <a:defRPr sz="1200" b="0">
                <a:solidFill>
                  <a:srgbClr val="45556C"/>
                </a:solidFill>
              </a:defRPr>
            </a:lvl2pPr>
            <a:lvl3pPr algn="ctr">
              <a:defRPr sz="1200" b="0">
                <a:solidFill>
                  <a:srgbClr val="45556C"/>
                </a:solidFill>
              </a:defRPr>
            </a:lvl3pPr>
            <a:lvl4pPr algn="ctr">
              <a:defRPr sz="1200" b="0">
                <a:solidFill>
                  <a:srgbClr val="45556C"/>
                </a:solidFill>
              </a:defRPr>
            </a:lvl4pPr>
            <a:lvl5pPr algn="ctr">
              <a:defRPr sz="1200" b="0">
                <a:solidFill>
                  <a:srgbClr val="45556C"/>
                </a:solidFill>
              </a:defRPr>
            </a:lvl5pPr>
            <a:lvl6pPr algn="ctr">
              <a:defRPr sz="1200" b="0">
                <a:solidFill>
                  <a:srgbClr val="45556C"/>
                </a:solidFill>
              </a:defRPr>
            </a:lvl6pPr>
            <a:lvl7pPr algn="ctr">
              <a:defRPr sz="1200" b="0">
                <a:solidFill>
                  <a:srgbClr val="45556C"/>
                </a:solidFill>
              </a:defRPr>
            </a:lvl7pPr>
            <a:lvl8pPr algn="ctr">
              <a:defRPr sz="1200" b="0">
                <a:solidFill>
                  <a:srgbClr val="45556C"/>
                </a:solidFill>
              </a:defRPr>
            </a:lvl8pPr>
            <a:lvl9pPr algn="ctr">
              <a:defRPr sz="1200" b="0">
                <a:solidFill>
                  <a:srgbClr val="45556C"/>
                </a:solidFill>
              </a:defRPr>
            </a:lvl9pPr>
          </a:lstStyle>
          <a:p xmlns:a="http://schemas.openxmlformats.org/drawingml/2006/main">
            <a:pPr algn="ctr">
              <a:lnSpc>
                <a:spcPct val="108000"/>
              </a:lnSpc>
              <a:buNone/>
              <a:defRPr sz="1200" b="0">
                <a:solidFill>
                  <a:srgbClr val="45556C"/>
                </a:solidFill>
              </a:defRPr>
            </a:pPr>
            <a:r>
              <a:rPr sz="1200" b="0">
                <a:solidFill>
                  <a:srgbClr val="45556C"/>
                </a:solidFill>
              </a:rPr>
              <a:t>files processed</a:t>
            </a:r>
          </a:p>
        </p:txBody>
      </p:sp>
      <p:sp>
        <p:nvSpPr>
          <p:cNvPr id="8" name="evidence-rule-1">
            <a:extLst xmlns:a="http://schemas.openxmlformats.org/drawingml/2006/main">
              <a:ext uri="{FF2B5EF4-FFF2-40B4-BE49-F238E27FC236}">
                <a16:creationId xmlns:a16="http://schemas.microsoft.com/office/drawing/2014/main" id="{E593B079-A0D7-472C-B210-9F4508243ABD}"/>
              </a:ext>
            </a:extLst>
          </p:cNvPr>
          <p:cNvSpPr>
            <a:spLocks xmlns:a="http://schemas.openxmlformats.org/drawingml/2006/main" noGrp="1"/>
          </p:cNvSpPr>
          <p:nvPr/>
        </p:nvSpPr>
        <p:spPr>
          <a:xfrm xmlns:a="http://schemas.openxmlformats.org/drawingml/2006/main">
            <a:off x="3505200" y="2266950"/>
            <a:ext cx="2381250" cy="19050"/>
          </a:xfrm>
          <a:prstGeom xmlns:a="http://schemas.openxmlformats.org/drawingml/2006/main" prst="rect">
            <a:avLst/>
          </a:prstGeom>
          <a:solidFill xmlns:a="http://schemas.openxmlformats.org/drawingml/2006/main">
            <a:srgbClr val="CAD5E2"/>
          </a:solidFill>
          <a:ln xmlns:a="http://schemas.openxmlformats.org/drawingml/2006/main" w="0">
            <a:noFill/>
            <a:prstDash val="solid"/>
          </a:ln>
        </p:spPr>
      </p:sp>
      <p:sp>
        <p:nvSpPr>
          <p:cNvPr id="9" name="evidence-number-1">
            <a:extLst xmlns:a="http://schemas.openxmlformats.org/drawingml/2006/main">
              <a:ext uri="{FF2B5EF4-FFF2-40B4-BE49-F238E27FC236}">
                <a16:creationId xmlns:a16="http://schemas.microsoft.com/office/drawing/2014/main" id="{5BA0A9E1-4428-4319-BEFE-DF0A6436B61E}"/>
              </a:ext>
            </a:extLst>
          </p:cNvPr>
          <p:cNvSpPr>
            <a:spLocks xmlns:a="http://schemas.openxmlformats.org/drawingml/2006/main" noGrp="1"/>
          </p:cNvSpPr>
          <p:nvPr/>
        </p:nvSpPr>
        <p:spPr>
          <a:xfrm xmlns:a="http://schemas.openxmlformats.org/drawingml/2006/main">
            <a:off x="3505200" y="2514600"/>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850" b="1">
                <a:solidFill>
                  <a:srgbClr val="0F172B"/>
                </a:solidFill>
              </a:defRPr>
            </a:defPPr>
            <a:lvl1pPr algn="ctr">
              <a:defRPr sz="2850" b="1">
                <a:solidFill>
                  <a:srgbClr val="0F172B"/>
                </a:solidFill>
              </a:defRPr>
            </a:lvl1pPr>
            <a:lvl2pPr algn="ctr">
              <a:defRPr sz="2850" b="1">
                <a:solidFill>
                  <a:srgbClr val="0F172B"/>
                </a:solidFill>
              </a:defRPr>
            </a:lvl2pPr>
            <a:lvl3pPr algn="ctr">
              <a:defRPr sz="2850" b="1">
                <a:solidFill>
                  <a:srgbClr val="0F172B"/>
                </a:solidFill>
              </a:defRPr>
            </a:lvl3pPr>
            <a:lvl4pPr algn="ctr">
              <a:defRPr sz="2850" b="1">
                <a:solidFill>
                  <a:srgbClr val="0F172B"/>
                </a:solidFill>
              </a:defRPr>
            </a:lvl4pPr>
            <a:lvl5pPr algn="ctr">
              <a:defRPr sz="2850" b="1">
                <a:solidFill>
                  <a:srgbClr val="0F172B"/>
                </a:solidFill>
              </a:defRPr>
            </a:lvl5pPr>
            <a:lvl6pPr algn="ctr">
              <a:defRPr sz="2850" b="1">
                <a:solidFill>
                  <a:srgbClr val="0F172B"/>
                </a:solidFill>
              </a:defRPr>
            </a:lvl6pPr>
            <a:lvl7pPr algn="ctr">
              <a:defRPr sz="2850" b="1">
                <a:solidFill>
                  <a:srgbClr val="0F172B"/>
                </a:solidFill>
              </a:defRPr>
            </a:lvl7pPr>
            <a:lvl8pPr algn="ctr">
              <a:defRPr sz="2850" b="1">
                <a:solidFill>
                  <a:srgbClr val="0F172B"/>
                </a:solidFill>
              </a:defRPr>
            </a:lvl8pPr>
            <a:lvl9pPr algn="ctr">
              <a:defRPr sz="2850" b="1">
                <a:solidFill>
                  <a:srgbClr val="0F172B"/>
                </a:solidFill>
              </a:defRPr>
            </a:lvl9pPr>
          </a:lstStyle>
          <a:p xmlns:a="http://schemas.openxmlformats.org/drawingml/2006/main">
            <a:pPr algn="ctr">
              <a:lnSpc>
                <a:spcPct val="108000"/>
              </a:lnSpc>
              <a:buNone/>
              <a:defRPr sz="2850" b="1">
                <a:solidFill>
                  <a:srgbClr val="0F172B"/>
                </a:solidFill>
              </a:defRPr>
            </a:pPr>
            <a:r>
              <a:rPr sz="2850" b="1">
                <a:solidFill>
                  <a:srgbClr val="0F172B"/>
                </a:solidFill>
              </a:rPr>
              <a:t>12</a:t>
            </a:r>
          </a:p>
        </p:txBody>
      </p:sp>
      <p:sp>
        <p:nvSpPr>
          <p:cNvPr id="10" name="evidence-label-1">
            <a:extLst xmlns:a="http://schemas.openxmlformats.org/drawingml/2006/main">
              <a:ext uri="{FF2B5EF4-FFF2-40B4-BE49-F238E27FC236}">
                <a16:creationId xmlns:a16="http://schemas.microsoft.com/office/drawing/2014/main" id="{7A211D7E-7DD9-4272-81AE-496B622D4848}"/>
              </a:ext>
            </a:extLst>
          </p:cNvPr>
          <p:cNvSpPr>
            <a:spLocks xmlns:a="http://schemas.openxmlformats.org/drawingml/2006/main" noGrp="1"/>
          </p:cNvSpPr>
          <p:nvPr/>
        </p:nvSpPr>
        <p:spPr>
          <a:xfrm xmlns:a="http://schemas.openxmlformats.org/drawingml/2006/main">
            <a:off x="3505200" y="31242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200" b="0">
                <a:solidFill>
                  <a:srgbClr val="45556C"/>
                </a:solidFill>
              </a:defRPr>
            </a:defPPr>
            <a:lvl1pPr algn="ctr">
              <a:defRPr sz="1200" b="0">
                <a:solidFill>
                  <a:srgbClr val="45556C"/>
                </a:solidFill>
              </a:defRPr>
            </a:lvl1pPr>
            <a:lvl2pPr algn="ctr">
              <a:defRPr sz="1200" b="0">
                <a:solidFill>
                  <a:srgbClr val="45556C"/>
                </a:solidFill>
              </a:defRPr>
            </a:lvl2pPr>
            <a:lvl3pPr algn="ctr">
              <a:defRPr sz="1200" b="0">
                <a:solidFill>
                  <a:srgbClr val="45556C"/>
                </a:solidFill>
              </a:defRPr>
            </a:lvl3pPr>
            <a:lvl4pPr algn="ctr">
              <a:defRPr sz="1200" b="0">
                <a:solidFill>
                  <a:srgbClr val="45556C"/>
                </a:solidFill>
              </a:defRPr>
            </a:lvl4pPr>
            <a:lvl5pPr algn="ctr">
              <a:defRPr sz="1200" b="0">
                <a:solidFill>
                  <a:srgbClr val="45556C"/>
                </a:solidFill>
              </a:defRPr>
            </a:lvl5pPr>
            <a:lvl6pPr algn="ctr">
              <a:defRPr sz="1200" b="0">
                <a:solidFill>
                  <a:srgbClr val="45556C"/>
                </a:solidFill>
              </a:defRPr>
            </a:lvl6pPr>
            <a:lvl7pPr algn="ctr">
              <a:defRPr sz="1200" b="0">
                <a:solidFill>
                  <a:srgbClr val="45556C"/>
                </a:solidFill>
              </a:defRPr>
            </a:lvl7pPr>
            <a:lvl8pPr algn="ctr">
              <a:defRPr sz="1200" b="0">
                <a:solidFill>
                  <a:srgbClr val="45556C"/>
                </a:solidFill>
              </a:defRPr>
            </a:lvl8pPr>
            <a:lvl9pPr algn="ctr">
              <a:defRPr sz="1200" b="0">
                <a:solidFill>
                  <a:srgbClr val="45556C"/>
                </a:solidFill>
              </a:defRPr>
            </a:lvl9pPr>
          </a:lstStyle>
          <a:p xmlns:a="http://schemas.openxmlformats.org/drawingml/2006/main">
            <a:pPr algn="ctr">
              <a:lnSpc>
                <a:spcPct val="108000"/>
              </a:lnSpc>
              <a:buNone/>
              <a:defRPr sz="1200" b="0">
                <a:solidFill>
                  <a:srgbClr val="45556C"/>
                </a:solidFill>
              </a:defRPr>
            </a:pPr>
            <a:r>
              <a:rPr sz="1200" b="0">
                <a:solidFill>
                  <a:srgbClr val="45556C"/>
                </a:solidFill>
              </a:rPr>
              <a:t>searchable files</a:t>
            </a:r>
          </a:p>
        </p:txBody>
      </p:sp>
      <p:sp>
        <p:nvSpPr>
          <p:cNvPr id="11" name="evidence-rule-2">
            <a:extLst xmlns:a="http://schemas.openxmlformats.org/drawingml/2006/main">
              <a:ext uri="{FF2B5EF4-FFF2-40B4-BE49-F238E27FC236}">
                <a16:creationId xmlns:a16="http://schemas.microsoft.com/office/drawing/2014/main" id="{EF27A16F-7208-4A90-AD24-70217DC61EC9}"/>
              </a:ext>
            </a:extLst>
          </p:cNvPr>
          <p:cNvSpPr>
            <a:spLocks xmlns:a="http://schemas.openxmlformats.org/drawingml/2006/main" noGrp="1"/>
          </p:cNvSpPr>
          <p:nvPr/>
        </p:nvSpPr>
        <p:spPr>
          <a:xfrm xmlns:a="http://schemas.openxmlformats.org/drawingml/2006/main">
            <a:off x="6229350" y="2266950"/>
            <a:ext cx="2381250" cy="19050"/>
          </a:xfrm>
          <a:prstGeom xmlns:a="http://schemas.openxmlformats.org/drawingml/2006/main" prst="rect">
            <a:avLst/>
          </a:prstGeom>
          <a:solidFill xmlns:a="http://schemas.openxmlformats.org/drawingml/2006/main">
            <a:srgbClr val="FFD230"/>
          </a:solidFill>
          <a:ln xmlns:a="http://schemas.openxmlformats.org/drawingml/2006/main" w="0">
            <a:noFill/>
            <a:prstDash val="solid"/>
          </a:ln>
        </p:spPr>
      </p:sp>
      <p:sp>
        <p:nvSpPr>
          <p:cNvPr id="12" name="evidence-number-2">
            <a:extLst xmlns:a="http://schemas.openxmlformats.org/drawingml/2006/main">
              <a:ext uri="{FF2B5EF4-FFF2-40B4-BE49-F238E27FC236}">
                <a16:creationId xmlns:a16="http://schemas.microsoft.com/office/drawing/2014/main" id="{2E3ABF17-39D4-4D1F-9554-8D751C861171}"/>
              </a:ext>
            </a:extLst>
          </p:cNvPr>
          <p:cNvSpPr>
            <a:spLocks xmlns:a="http://schemas.openxmlformats.org/drawingml/2006/main" noGrp="1"/>
          </p:cNvSpPr>
          <p:nvPr/>
        </p:nvSpPr>
        <p:spPr>
          <a:xfrm xmlns:a="http://schemas.openxmlformats.org/drawingml/2006/main">
            <a:off x="6229350" y="2514600"/>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850" b="1">
                <a:solidFill>
                  <a:srgbClr val="BB4D00"/>
                </a:solidFill>
              </a:defRPr>
            </a:defPPr>
            <a:lvl1pPr algn="ctr">
              <a:defRPr sz="2850" b="1">
                <a:solidFill>
                  <a:srgbClr val="BB4D00"/>
                </a:solidFill>
              </a:defRPr>
            </a:lvl1pPr>
            <a:lvl2pPr algn="ctr">
              <a:defRPr sz="2850" b="1">
                <a:solidFill>
                  <a:srgbClr val="BB4D00"/>
                </a:solidFill>
              </a:defRPr>
            </a:lvl2pPr>
            <a:lvl3pPr algn="ctr">
              <a:defRPr sz="2850" b="1">
                <a:solidFill>
                  <a:srgbClr val="BB4D00"/>
                </a:solidFill>
              </a:defRPr>
            </a:lvl3pPr>
            <a:lvl4pPr algn="ctr">
              <a:defRPr sz="2850" b="1">
                <a:solidFill>
                  <a:srgbClr val="BB4D00"/>
                </a:solidFill>
              </a:defRPr>
            </a:lvl4pPr>
            <a:lvl5pPr algn="ctr">
              <a:defRPr sz="2850" b="1">
                <a:solidFill>
                  <a:srgbClr val="BB4D00"/>
                </a:solidFill>
              </a:defRPr>
            </a:lvl5pPr>
            <a:lvl6pPr algn="ctr">
              <a:defRPr sz="2850" b="1">
                <a:solidFill>
                  <a:srgbClr val="BB4D00"/>
                </a:solidFill>
              </a:defRPr>
            </a:lvl6pPr>
            <a:lvl7pPr algn="ctr">
              <a:defRPr sz="2850" b="1">
                <a:solidFill>
                  <a:srgbClr val="BB4D00"/>
                </a:solidFill>
              </a:defRPr>
            </a:lvl7pPr>
            <a:lvl8pPr algn="ctr">
              <a:defRPr sz="2850" b="1">
                <a:solidFill>
                  <a:srgbClr val="BB4D00"/>
                </a:solidFill>
              </a:defRPr>
            </a:lvl8pPr>
            <a:lvl9pPr algn="ctr">
              <a:defRPr sz="2850" b="1">
                <a:solidFill>
                  <a:srgbClr val="BB4D00"/>
                </a:solidFill>
              </a:defRPr>
            </a:lvl9pPr>
          </a:lstStyle>
          <a:p xmlns:a="http://schemas.openxmlformats.org/drawingml/2006/main">
            <a:pPr algn="ctr">
              <a:lnSpc>
                <a:spcPct val="108000"/>
              </a:lnSpc>
              <a:buNone/>
              <a:defRPr sz="2850" b="1">
                <a:solidFill>
                  <a:srgbClr val="BB4D00"/>
                </a:solidFill>
              </a:defRPr>
            </a:pPr>
            <a:r>
              <a:rPr sz="2850" b="1">
                <a:solidFill>
                  <a:srgbClr val="BB4D00"/>
                </a:solidFill>
              </a:rPr>
              <a:t>4</a:t>
            </a:r>
          </a:p>
        </p:txBody>
      </p:sp>
      <p:sp>
        <p:nvSpPr>
          <p:cNvPr id="13" name="evidence-label-2">
            <a:extLst xmlns:a="http://schemas.openxmlformats.org/drawingml/2006/main">
              <a:ext uri="{FF2B5EF4-FFF2-40B4-BE49-F238E27FC236}">
                <a16:creationId xmlns:a16="http://schemas.microsoft.com/office/drawing/2014/main" id="{CFB059FB-C535-4ED5-BCCC-0D94E032374D}"/>
              </a:ext>
            </a:extLst>
          </p:cNvPr>
          <p:cNvSpPr>
            <a:spLocks xmlns:a="http://schemas.openxmlformats.org/drawingml/2006/main" noGrp="1"/>
          </p:cNvSpPr>
          <p:nvPr/>
        </p:nvSpPr>
        <p:spPr>
          <a:xfrm xmlns:a="http://schemas.openxmlformats.org/drawingml/2006/main">
            <a:off x="6229350" y="31242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200" b="0">
                <a:solidFill>
                  <a:srgbClr val="45556C"/>
                </a:solidFill>
              </a:defRPr>
            </a:defPPr>
            <a:lvl1pPr algn="ctr">
              <a:defRPr sz="1200" b="0">
                <a:solidFill>
                  <a:srgbClr val="45556C"/>
                </a:solidFill>
              </a:defRPr>
            </a:lvl1pPr>
            <a:lvl2pPr algn="ctr">
              <a:defRPr sz="1200" b="0">
                <a:solidFill>
                  <a:srgbClr val="45556C"/>
                </a:solidFill>
              </a:defRPr>
            </a:lvl2pPr>
            <a:lvl3pPr algn="ctr">
              <a:defRPr sz="1200" b="0">
                <a:solidFill>
                  <a:srgbClr val="45556C"/>
                </a:solidFill>
              </a:defRPr>
            </a:lvl3pPr>
            <a:lvl4pPr algn="ctr">
              <a:defRPr sz="1200" b="0">
                <a:solidFill>
                  <a:srgbClr val="45556C"/>
                </a:solidFill>
              </a:defRPr>
            </a:lvl4pPr>
            <a:lvl5pPr algn="ctr">
              <a:defRPr sz="1200" b="0">
                <a:solidFill>
                  <a:srgbClr val="45556C"/>
                </a:solidFill>
              </a:defRPr>
            </a:lvl5pPr>
            <a:lvl6pPr algn="ctr">
              <a:defRPr sz="1200" b="0">
                <a:solidFill>
                  <a:srgbClr val="45556C"/>
                </a:solidFill>
              </a:defRPr>
            </a:lvl6pPr>
            <a:lvl7pPr algn="ctr">
              <a:defRPr sz="1200" b="0">
                <a:solidFill>
                  <a:srgbClr val="45556C"/>
                </a:solidFill>
              </a:defRPr>
            </a:lvl7pPr>
            <a:lvl8pPr algn="ctr">
              <a:defRPr sz="1200" b="0">
                <a:solidFill>
                  <a:srgbClr val="45556C"/>
                </a:solidFill>
              </a:defRPr>
            </a:lvl8pPr>
            <a:lvl9pPr algn="ctr">
              <a:defRPr sz="1200" b="0">
                <a:solidFill>
                  <a:srgbClr val="45556C"/>
                </a:solidFill>
              </a:defRPr>
            </a:lvl9pPr>
          </a:lstStyle>
          <a:p xmlns:a="http://schemas.openxmlformats.org/drawingml/2006/main">
            <a:pPr algn="ctr">
              <a:lnSpc>
                <a:spcPct val="108000"/>
              </a:lnSpc>
              <a:buNone/>
              <a:defRPr sz="1200" b="0">
                <a:solidFill>
                  <a:srgbClr val="45556C"/>
                </a:solidFill>
              </a:defRPr>
            </a:pPr>
            <a:r>
              <a:rPr sz="1200" b="0">
                <a:solidFill>
                  <a:srgbClr val="45556C"/>
                </a:solidFill>
              </a:rPr>
              <a:t>reasoned attention items</a:t>
            </a:r>
          </a:p>
        </p:txBody>
      </p:sp>
      <p:sp>
        <p:nvSpPr>
          <p:cNvPr id="14" name="evidence-rule-3">
            <a:extLst xmlns:a="http://schemas.openxmlformats.org/drawingml/2006/main">
              <a:ext uri="{FF2B5EF4-FFF2-40B4-BE49-F238E27FC236}">
                <a16:creationId xmlns:a16="http://schemas.microsoft.com/office/drawing/2014/main" id="{C9D29CE5-2802-480E-9907-D0D0F3B02E3F}"/>
              </a:ext>
            </a:extLst>
          </p:cNvPr>
          <p:cNvSpPr>
            <a:spLocks xmlns:a="http://schemas.openxmlformats.org/drawingml/2006/main" noGrp="1"/>
          </p:cNvSpPr>
          <p:nvPr/>
        </p:nvSpPr>
        <p:spPr>
          <a:xfrm xmlns:a="http://schemas.openxmlformats.org/drawingml/2006/main">
            <a:off x="8953500" y="2266950"/>
            <a:ext cx="2381250" cy="19050"/>
          </a:xfrm>
          <a:prstGeom xmlns:a="http://schemas.openxmlformats.org/drawingml/2006/main" prst="rect">
            <a:avLst/>
          </a:prstGeom>
          <a:solidFill xmlns:a="http://schemas.openxmlformats.org/drawingml/2006/main">
            <a:srgbClr val="CAD5E2"/>
          </a:solidFill>
          <a:ln xmlns:a="http://schemas.openxmlformats.org/drawingml/2006/main" w="0">
            <a:noFill/>
            <a:prstDash val="solid"/>
          </a:ln>
        </p:spPr>
      </p:sp>
      <p:sp>
        <p:nvSpPr>
          <p:cNvPr id="15" name="evidence-number-3">
            <a:extLst xmlns:a="http://schemas.openxmlformats.org/drawingml/2006/main">
              <a:ext uri="{FF2B5EF4-FFF2-40B4-BE49-F238E27FC236}">
                <a16:creationId xmlns:a16="http://schemas.microsoft.com/office/drawing/2014/main" id="{7B3C4286-0CC6-4718-9BE6-B9ABB2496412}"/>
              </a:ext>
            </a:extLst>
          </p:cNvPr>
          <p:cNvSpPr>
            <a:spLocks xmlns:a="http://schemas.openxmlformats.org/drawingml/2006/main" noGrp="1"/>
          </p:cNvSpPr>
          <p:nvPr/>
        </p:nvSpPr>
        <p:spPr>
          <a:xfrm xmlns:a="http://schemas.openxmlformats.org/drawingml/2006/main">
            <a:off x="8953500" y="2514600"/>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850" b="1">
                <a:solidFill>
                  <a:srgbClr val="0F172B"/>
                </a:solidFill>
              </a:defRPr>
            </a:defPPr>
            <a:lvl1pPr algn="ctr">
              <a:defRPr sz="2850" b="1">
                <a:solidFill>
                  <a:srgbClr val="0F172B"/>
                </a:solidFill>
              </a:defRPr>
            </a:lvl1pPr>
            <a:lvl2pPr algn="ctr">
              <a:defRPr sz="2850" b="1">
                <a:solidFill>
                  <a:srgbClr val="0F172B"/>
                </a:solidFill>
              </a:defRPr>
            </a:lvl2pPr>
            <a:lvl3pPr algn="ctr">
              <a:defRPr sz="2850" b="1">
                <a:solidFill>
                  <a:srgbClr val="0F172B"/>
                </a:solidFill>
              </a:defRPr>
            </a:lvl3pPr>
            <a:lvl4pPr algn="ctr">
              <a:defRPr sz="2850" b="1">
                <a:solidFill>
                  <a:srgbClr val="0F172B"/>
                </a:solidFill>
              </a:defRPr>
            </a:lvl4pPr>
            <a:lvl5pPr algn="ctr">
              <a:defRPr sz="2850" b="1">
                <a:solidFill>
                  <a:srgbClr val="0F172B"/>
                </a:solidFill>
              </a:defRPr>
            </a:lvl5pPr>
            <a:lvl6pPr algn="ctr">
              <a:defRPr sz="2850" b="1">
                <a:solidFill>
                  <a:srgbClr val="0F172B"/>
                </a:solidFill>
              </a:defRPr>
            </a:lvl6pPr>
            <a:lvl7pPr algn="ctr">
              <a:defRPr sz="2850" b="1">
                <a:solidFill>
                  <a:srgbClr val="0F172B"/>
                </a:solidFill>
              </a:defRPr>
            </a:lvl7pPr>
            <a:lvl8pPr algn="ctr">
              <a:defRPr sz="2850" b="1">
                <a:solidFill>
                  <a:srgbClr val="0F172B"/>
                </a:solidFill>
              </a:defRPr>
            </a:lvl8pPr>
            <a:lvl9pPr algn="ctr">
              <a:defRPr sz="2850" b="1">
                <a:solidFill>
                  <a:srgbClr val="0F172B"/>
                </a:solidFill>
              </a:defRPr>
            </a:lvl9pPr>
          </a:lstStyle>
          <a:p xmlns:a="http://schemas.openxmlformats.org/drawingml/2006/main">
            <a:pPr algn="ctr">
              <a:lnSpc>
                <a:spcPct val="108000"/>
              </a:lnSpc>
              <a:buNone/>
              <a:defRPr sz="2850" b="1">
                <a:solidFill>
                  <a:srgbClr val="0F172B"/>
                </a:solidFill>
              </a:defRPr>
            </a:pPr>
            <a:r>
              <a:rPr sz="2850" b="1">
                <a:solidFill>
                  <a:srgbClr val="0F172B"/>
                </a:solidFill>
              </a:rPr>
              <a:t>5 / 5</a:t>
            </a:r>
          </a:p>
        </p:txBody>
      </p:sp>
      <p:sp>
        <p:nvSpPr>
          <p:cNvPr id="16" name="evidence-label-3">
            <a:extLst xmlns:a="http://schemas.openxmlformats.org/drawingml/2006/main">
              <a:ext uri="{FF2B5EF4-FFF2-40B4-BE49-F238E27FC236}">
                <a16:creationId xmlns:a16="http://schemas.microsoft.com/office/drawing/2014/main" id="{7525F6F2-614E-4EBB-8D3A-611CED5ED2BB}"/>
              </a:ext>
            </a:extLst>
          </p:cNvPr>
          <p:cNvSpPr>
            <a:spLocks xmlns:a="http://schemas.openxmlformats.org/drawingml/2006/main" noGrp="1"/>
          </p:cNvSpPr>
          <p:nvPr/>
        </p:nvSpPr>
        <p:spPr>
          <a:xfrm xmlns:a="http://schemas.openxmlformats.org/drawingml/2006/main">
            <a:off x="8953500" y="31242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200" b="0">
                <a:solidFill>
                  <a:srgbClr val="45556C"/>
                </a:solidFill>
              </a:defRPr>
            </a:defPPr>
            <a:lvl1pPr algn="ctr">
              <a:defRPr sz="1200" b="0">
                <a:solidFill>
                  <a:srgbClr val="45556C"/>
                </a:solidFill>
              </a:defRPr>
            </a:lvl1pPr>
            <a:lvl2pPr algn="ctr">
              <a:defRPr sz="1200" b="0">
                <a:solidFill>
                  <a:srgbClr val="45556C"/>
                </a:solidFill>
              </a:defRPr>
            </a:lvl2pPr>
            <a:lvl3pPr algn="ctr">
              <a:defRPr sz="1200" b="0">
                <a:solidFill>
                  <a:srgbClr val="45556C"/>
                </a:solidFill>
              </a:defRPr>
            </a:lvl3pPr>
            <a:lvl4pPr algn="ctr">
              <a:defRPr sz="1200" b="0">
                <a:solidFill>
                  <a:srgbClr val="45556C"/>
                </a:solidFill>
              </a:defRPr>
            </a:lvl4pPr>
            <a:lvl5pPr algn="ctr">
              <a:defRPr sz="1200" b="0">
                <a:solidFill>
                  <a:srgbClr val="45556C"/>
                </a:solidFill>
              </a:defRPr>
            </a:lvl5pPr>
            <a:lvl6pPr algn="ctr">
              <a:defRPr sz="1200" b="0">
                <a:solidFill>
                  <a:srgbClr val="45556C"/>
                </a:solidFill>
              </a:defRPr>
            </a:lvl6pPr>
            <a:lvl7pPr algn="ctr">
              <a:defRPr sz="1200" b="0">
                <a:solidFill>
                  <a:srgbClr val="45556C"/>
                </a:solidFill>
              </a:defRPr>
            </a:lvl7pPr>
            <a:lvl8pPr algn="ctr">
              <a:defRPr sz="1200" b="0">
                <a:solidFill>
                  <a:srgbClr val="45556C"/>
                </a:solidFill>
              </a:defRPr>
            </a:lvl8pPr>
            <a:lvl9pPr algn="ctr">
              <a:defRPr sz="1200" b="0">
                <a:solidFill>
                  <a:srgbClr val="45556C"/>
                </a:solidFill>
              </a:defRPr>
            </a:lvl9pPr>
          </a:lstStyle>
          <a:p xmlns:a="http://schemas.openxmlformats.org/drawingml/2006/main">
            <a:pPr algn="ctr">
              <a:lnSpc>
                <a:spcPct val="108000"/>
              </a:lnSpc>
              <a:buNone/>
              <a:defRPr sz="1200" b="0">
                <a:solidFill>
                  <a:srgbClr val="45556C"/>
                </a:solidFill>
              </a:defRPr>
            </a:pPr>
            <a:r>
              <a:rPr sz="1200" b="0">
                <a:solidFill>
                  <a:srgbClr val="45556C"/>
                </a:solidFill>
              </a:rPr>
              <a:t>keyword file and page</a:t>
            </a:r>
          </a:p>
        </p:txBody>
      </p:sp>
      <p:sp>
        <p:nvSpPr>
          <p:cNvPr id="17" name="acceptance-passage">
            <a:extLst xmlns:a="http://schemas.openxmlformats.org/drawingml/2006/main">
              <a:ext uri="{FF2B5EF4-FFF2-40B4-BE49-F238E27FC236}">
                <a16:creationId xmlns:a16="http://schemas.microsoft.com/office/drawing/2014/main" id="{7F559C22-5CE8-4D69-95D6-697DB19EF94C}"/>
              </a:ext>
            </a:extLst>
          </p:cNvPr>
          <p:cNvSpPr>
            <a:spLocks xmlns:a="http://schemas.openxmlformats.org/drawingml/2006/main" noGrp="1"/>
          </p:cNvSpPr>
          <p:nvPr/>
        </p:nvSpPr>
        <p:spPr>
          <a:xfrm xmlns:a="http://schemas.openxmlformats.org/drawingml/2006/main">
            <a:off x="781050" y="4267200"/>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500" b="0">
                <a:solidFill>
                  <a:srgbClr val="314158"/>
                </a:solidFill>
              </a:defRPr>
            </a:defPPr>
            <a:lvl1pPr algn="ctr">
              <a:defRPr sz="1500" b="0">
                <a:solidFill>
                  <a:srgbClr val="314158"/>
                </a:solidFill>
              </a:defRPr>
            </a:lvl1pPr>
            <a:lvl2pPr algn="ctr">
              <a:defRPr sz="1500" b="0">
                <a:solidFill>
                  <a:srgbClr val="314158"/>
                </a:solidFill>
              </a:defRPr>
            </a:lvl2pPr>
            <a:lvl3pPr algn="ctr">
              <a:defRPr sz="1500" b="0">
                <a:solidFill>
                  <a:srgbClr val="314158"/>
                </a:solidFill>
              </a:defRPr>
            </a:lvl3pPr>
            <a:lvl4pPr algn="ctr">
              <a:defRPr sz="1500" b="0">
                <a:solidFill>
                  <a:srgbClr val="314158"/>
                </a:solidFill>
              </a:defRPr>
            </a:lvl4pPr>
            <a:lvl5pPr algn="ctr">
              <a:defRPr sz="1500" b="0">
                <a:solidFill>
                  <a:srgbClr val="314158"/>
                </a:solidFill>
              </a:defRPr>
            </a:lvl5pPr>
            <a:lvl6pPr algn="ctr">
              <a:defRPr sz="1500" b="0">
                <a:solidFill>
                  <a:srgbClr val="314158"/>
                </a:solidFill>
              </a:defRPr>
            </a:lvl6pPr>
            <a:lvl7pPr algn="ctr">
              <a:defRPr sz="1500" b="0">
                <a:solidFill>
                  <a:srgbClr val="314158"/>
                </a:solidFill>
              </a:defRPr>
            </a:lvl7pPr>
            <a:lvl8pPr algn="ctr">
              <a:defRPr sz="1500" b="0">
                <a:solidFill>
                  <a:srgbClr val="314158"/>
                </a:solidFill>
              </a:defRPr>
            </a:lvl8pPr>
            <a:lvl9pPr algn="ctr">
              <a:defRPr sz="1500" b="0">
                <a:solidFill>
                  <a:srgbClr val="314158"/>
                </a:solidFill>
              </a:defRPr>
            </a:lvl9pPr>
          </a:lstStyle>
          <a:p xmlns:a="http://schemas.openxmlformats.org/drawingml/2006/main">
            <a:pPr algn="ctr">
              <a:lnSpc>
                <a:spcPct val="108000"/>
              </a:lnSpc>
              <a:buNone/>
              <a:defRPr sz="1500" b="0">
                <a:solidFill>
                  <a:srgbClr val="314158"/>
                </a:solidFill>
              </a:defRPr>
            </a:pPr>
            <a:r>
              <a:rPr sz="1500" b="0">
                <a:solidFill>
                  <a:srgbClr val="314158"/>
                </a:solidFill>
              </a:rPr>
              <a:t>Opened evidence: team11-demo-01.pdf  /  version f3ec6956...  /  page P1  /  stored passage</a:t>
            </a:r>
          </a:p>
        </p:txBody>
      </p:sp>
      <p:sp>
        <p:nvSpPr>
          <p:cNvPr id="18" name="footer">
            <a:extLst xmlns:a="http://schemas.openxmlformats.org/drawingml/2006/main">
              <a:ext uri="{FF2B5EF4-FFF2-40B4-BE49-F238E27FC236}">
                <a16:creationId xmlns:a16="http://schemas.microsoft.com/office/drawing/2014/main" id="{F9AC02E6-7C9C-4791-A14D-112BC292C71B}"/>
              </a:ext>
            </a:extLst>
          </p:cNvPr>
          <p:cNvSpPr>
            <a:spLocks xmlns:a="http://schemas.openxmlformats.org/drawingml/2006/main" noGrp="1"/>
          </p:cNvSpPr>
          <p:nvPr/>
        </p:nvSpPr>
        <p:spPr>
          <a:xfrm xmlns:a="http://schemas.openxmlformats.org/drawingml/2006/main">
            <a:off x="685800" y="6419850"/>
            <a:ext cx="10820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750" b="0">
                <a:solidFill>
                  <a:srgbClr val="90A1B9"/>
                </a:solidFill>
              </a:defRPr>
            </a:defPPr>
            <a:lvl1pPr algn="l">
              <a:defRPr sz="750" b="0">
                <a:solidFill>
                  <a:srgbClr val="90A1B9"/>
                </a:solidFill>
              </a:defRPr>
            </a:lvl1pPr>
            <a:lvl2pPr algn="l">
              <a:defRPr sz="750" b="0">
                <a:solidFill>
                  <a:srgbClr val="90A1B9"/>
                </a:solidFill>
              </a:defRPr>
            </a:lvl2pPr>
            <a:lvl3pPr algn="l">
              <a:defRPr sz="750" b="0">
                <a:solidFill>
                  <a:srgbClr val="90A1B9"/>
                </a:solidFill>
              </a:defRPr>
            </a:lvl3pPr>
            <a:lvl4pPr algn="l">
              <a:defRPr sz="750" b="0">
                <a:solidFill>
                  <a:srgbClr val="90A1B9"/>
                </a:solidFill>
              </a:defRPr>
            </a:lvl4pPr>
            <a:lvl5pPr algn="l">
              <a:defRPr sz="750" b="0">
                <a:solidFill>
                  <a:srgbClr val="90A1B9"/>
                </a:solidFill>
              </a:defRPr>
            </a:lvl5pPr>
            <a:lvl6pPr algn="l">
              <a:defRPr sz="750" b="0">
                <a:solidFill>
                  <a:srgbClr val="90A1B9"/>
                </a:solidFill>
              </a:defRPr>
            </a:lvl6pPr>
            <a:lvl7pPr algn="l">
              <a:defRPr sz="750" b="0">
                <a:solidFill>
                  <a:srgbClr val="90A1B9"/>
                </a:solidFill>
              </a:defRPr>
            </a:lvl7pPr>
            <a:lvl8pPr algn="l">
              <a:defRPr sz="750" b="0">
                <a:solidFill>
                  <a:srgbClr val="90A1B9"/>
                </a:solidFill>
              </a:defRPr>
            </a:lvl8pPr>
            <a:lvl9pPr algn="l">
              <a:defRPr sz="750" b="0">
                <a:solidFill>
                  <a:srgbClr val="90A1B9"/>
                </a:solidFill>
              </a:defRPr>
            </a:lvl9pPr>
          </a:lstStyle>
          <a:p xmlns:a="http://schemas.openxmlformats.org/drawingml/2006/main">
            <a:pPr algn="l">
              <a:lnSpc>
                <a:spcPct val="108000"/>
              </a:lnSpc>
              <a:buNone/>
              <a:defRPr sz="750" b="0">
                <a:solidFill>
                  <a:srgbClr val="90A1B9"/>
                </a:solidFill>
              </a:defRPr>
            </a:pPr>
            <a:r>
              <a:rPr sz="750" b="0">
                <a:solidFill>
                  <a:srgbClr val="90A1B9"/>
                </a:solidFill>
              </a:rPr>
              <a:t>Repeat scan: 0 new files or versions. Original corpus SHA-256 changes: 0.</a:t>
            </a:r>
          </a:p>
        </p:txBody>
      </p:sp>
    </p:spTree>
    <p:extLst>
      <p:ext uri="{BB962C8B-B14F-4D97-AF65-F5344CB8AC3E}">
        <p14:creationId xmlns:p14="http://schemas.microsoft.com/office/powerpoint/2010/main" val="65631793"/>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5" name="eyebrow">
            <a:extLst xmlns:a="http://schemas.openxmlformats.org/drawingml/2006/main">
              <a:ext uri="{FF2B5EF4-FFF2-40B4-BE49-F238E27FC236}">
                <a16:creationId xmlns:a16="http://schemas.microsoft.com/office/drawing/2014/main" id="{3C1D7683-8D94-48AA-B523-31DC604A2AFF}"/>
              </a:ext>
            </a:extLst>
          </p:cNvPr>
          <p:cNvSpPr>
            <a:spLocks xmlns:a="http://schemas.openxmlformats.org/drawingml/2006/main" noGrp="1"/>
          </p:cNvSpPr>
          <p:nvPr/>
        </p:nvSpPr>
        <p:spPr>
          <a:xfrm xmlns:a="http://schemas.openxmlformats.org/drawingml/2006/main">
            <a:off x="685800" y="26670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900" b="1">
                <a:solidFill>
                  <a:srgbClr val="62748E"/>
                </a:solidFill>
              </a:defRPr>
            </a:defPPr>
            <a:lvl1pPr algn="l">
              <a:defRPr sz="900" b="1">
                <a:solidFill>
                  <a:srgbClr val="62748E"/>
                </a:solidFill>
              </a:defRPr>
            </a:lvl1pPr>
            <a:lvl2pPr algn="l">
              <a:defRPr sz="900" b="1">
                <a:solidFill>
                  <a:srgbClr val="62748E"/>
                </a:solidFill>
              </a:defRPr>
            </a:lvl2pPr>
            <a:lvl3pPr algn="l">
              <a:defRPr sz="900" b="1">
                <a:solidFill>
                  <a:srgbClr val="62748E"/>
                </a:solidFill>
              </a:defRPr>
            </a:lvl3pPr>
            <a:lvl4pPr algn="l">
              <a:defRPr sz="900" b="1">
                <a:solidFill>
                  <a:srgbClr val="62748E"/>
                </a:solidFill>
              </a:defRPr>
            </a:lvl4pPr>
            <a:lvl5pPr algn="l">
              <a:defRPr sz="900" b="1">
                <a:solidFill>
                  <a:srgbClr val="62748E"/>
                </a:solidFill>
              </a:defRPr>
            </a:lvl5pPr>
            <a:lvl6pPr algn="l">
              <a:defRPr sz="900" b="1">
                <a:solidFill>
                  <a:srgbClr val="62748E"/>
                </a:solidFill>
              </a:defRPr>
            </a:lvl6pPr>
            <a:lvl7pPr algn="l">
              <a:defRPr sz="900" b="1">
                <a:solidFill>
                  <a:srgbClr val="62748E"/>
                </a:solidFill>
              </a:defRPr>
            </a:lvl7pPr>
            <a:lvl8pPr algn="l">
              <a:defRPr sz="900" b="1">
                <a:solidFill>
                  <a:srgbClr val="62748E"/>
                </a:solidFill>
              </a:defRPr>
            </a:lvl8pPr>
            <a:lvl9pPr algn="l">
              <a:defRPr sz="900" b="1">
                <a:solidFill>
                  <a:srgbClr val="62748E"/>
                </a:solidFill>
              </a:defRPr>
            </a:lvl9pPr>
          </a:lstStyle>
          <a:p xmlns:a="http://schemas.openxmlformats.org/drawingml/2006/main">
            <a:pPr algn="l">
              <a:lnSpc>
                <a:spcPct val="108000"/>
              </a:lnSpc>
              <a:buNone/>
              <a:defRPr sz="900" b="1">
                <a:solidFill>
                  <a:srgbClr val="62748E"/>
                </a:solidFill>
              </a:defRPr>
            </a:pPr>
            <a:r>
              <a:rPr sz="900" b="1">
                <a:solidFill>
                  <a:srgbClr val="62748E"/>
                </a:solidFill>
              </a:rPr>
              <a:t>TEAM 11  /  LIMITS</a:t>
            </a:r>
          </a:p>
        </p:txBody>
      </p:sp>
      <p:sp>
        <p:nvSpPr>
          <p:cNvPr id="2" name="page">
            <a:extLst xmlns:a="http://schemas.openxmlformats.org/drawingml/2006/main">
              <a:ext uri="{FF2B5EF4-FFF2-40B4-BE49-F238E27FC236}">
                <a16:creationId xmlns:a16="http://schemas.microsoft.com/office/drawing/2014/main" id="{5DD6BB22-843B-452A-9CE5-9E68CABDA95A}"/>
              </a:ext>
            </a:extLst>
          </p:cNvPr>
          <p:cNvSpPr>
            <a:spLocks xmlns:a="http://schemas.openxmlformats.org/drawingml/2006/main" noGrp="1"/>
          </p:cNvSpPr>
          <p:nvPr/>
        </p:nvSpPr>
        <p:spPr>
          <a:xfrm xmlns:a="http://schemas.openxmlformats.org/drawingml/2006/main">
            <a:off x="11049000" y="2476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900" b="1">
                <a:solidFill>
                  <a:srgbClr val="90A1B9"/>
                </a:solidFill>
              </a:defRPr>
            </a:defPPr>
            <a:lvl1pPr algn="r">
              <a:defRPr sz="900" b="1">
                <a:solidFill>
                  <a:srgbClr val="90A1B9"/>
                </a:solidFill>
              </a:defRPr>
            </a:lvl1pPr>
            <a:lvl2pPr algn="r">
              <a:defRPr sz="900" b="1">
                <a:solidFill>
                  <a:srgbClr val="90A1B9"/>
                </a:solidFill>
              </a:defRPr>
            </a:lvl2pPr>
            <a:lvl3pPr algn="r">
              <a:defRPr sz="900" b="1">
                <a:solidFill>
                  <a:srgbClr val="90A1B9"/>
                </a:solidFill>
              </a:defRPr>
            </a:lvl3pPr>
            <a:lvl4pPr algn="r">
              <a:defRPr sz="900" b="1">
                <a:solidFill>
                  <a:srgbClr val="90A1B9"/>
                </a:solidFill>
              </a:defRPr>
            </a:lvl4pPr>
            <a:lvl5pPr algn="r">
              <a:defRPr sz="900" b="1">
                <a:solidFill>
                  <a:srgbClr val="90A1B9"/>
                </a:solidFill>
              </a:defRPr>
            </a:lvl5pPr>
            <a:lvl6pPr algn="r">
              <a:defRPr sz="900" b="1">
                <a:solidFill>
                  <a:srgbClr val="90A1B9"/>
                </a:solidFill>
              </a:defRPr>
            </a:lvl6pPr>
            <a:lvl7pPr algn="r">
              <a:defRPr sz="900" b="1">
                <a:solidFill>
                  <a:srgbClr val="90A1B9"/>
                </a:solidFill>
              </a:defRPr>
            </a:lvl7pPr>
            <a:lvl8pPr algn="r">
              <a:defRPr sz="900" b="1">
                <a:solidFill>
                  <a:srgbClr val="90A1B9"/>
                </a:solidFill>
              </a:defRPr>
            </a:lvl8pPr>
            <a:lvl9pPr algn="r">
              <a:defRPr sz="900" b="1">
                <a:solidFill>
                  <a:srgbClr val="90A1B9"/>
                </a:solidFill>
              </a:defRPr>
            </a:lvl9pPr>
          </a:lstStyle>
          <a:p xmlns:a="http://schemas.openxmlformats.org/drawingml/2006/main">
            <a:pPr algn="r">
              <a:lnSpc>
                <a:spcPct val="108000"/>
              </a:lnSpc>
              <a:buNone/>
              <a:defRPr sz="900" b="1">
                <a:solidFill>
                  <a:srgbClr val="90A1B9"/>
                </a:solidFill>
              </a:defRPr>
            </a:pPr>
            <a:r>
              <a:rPr sz="900" b="1">
                <a:solidFill>
                  <a:srgbClr val="90A1B9"/>
                </a:solidFill>
              </a:rPr>
              <a:t>11</a:t>
            </a:r>
          </a:p>
        </p:txBody>
      </p:sp>
      <p:sp>
        <p:nvSpPr>
          <p:cNvPr id="3" name="limits-rule">
            <a:extLst xmlns:a="http://schemas.openxmlformats.org/drawingml/2006/main">
              <a:ext uri="{FF2B5EF4-FFF2-40B4-BE49-F238E27FC236}">
                <a16:creationId xmlns:a16="http://schemas.microsoft.com/office/drawing/2014/main" id="{ED224CEE-3EBC-4167-A109-9033F779EB0F}"/>
              </a:ext>
            </a:extLst>
          </p:cNvPr>
          <p:cNvSpPr>
            <a:spLocks xmlns:a="http://schemas.openxmlformats.org/drawingml/2006/main" noGrp="1"/>
          </p:cNvSpPr>
          <p:nvPr/>
        </p:nvSpPr>
        <p:spPr>
          <a:xfrm xmlns:a="http://schemas.openxmlformats.org/drawingml/2006/main">
            <a:off x="685800" y="552450"/>
            <a:ext cx="514350" cy="47625"/>
          </a:xfrm>
          <a:prstGeom xmlns:a="http://schemas.openxmlformats.org/drawingml/2006/main" prst="rect">
            <a:avLst/>
          </a:prstGeom>
          <a:solidFill xmlns:a="http://schemas.openxmlformats.org/drawingml/2006/main">
            <a:srgbClr val="0084D1"/>
          </a:solidFill>
          <a:ln xmlns:a="http://schemas.openxmlformats.org/drawingml/2006/main" w="0">
            <a:noFill/>
            <a:prstDash val="solid"/>
          </a:ln>
        </p:spPr>
      </p:sp>
      <p:sp>
        <p:nvSpPr>
          <p:cNvPr id="4" name="title">
            <a:extLst xmlns:a="http://schemas.openxmlformats.org/drawingml/2006/main">
              <a:ext uri="{FF2B5EF4-FFF2-40B4-BE49-F238E27FC236}">
                <a16:creationId xmlns:a16="http://schemas.microsoft.com/office/drawing/2014/main" id="{E6DC8E6B-3B78-4B2B-BBB6-A1F4840296ED}"/>
              </a:ext>
            </a:extLst>
          </p:cNvPr>
          <p:cNvSpPr>
            <a:spLocks xmlns:a="http://schemas.openxmlformats.org/drawingml/2006/main" noGrp="1"/>
          </p:cNvSpPr>
          <p:nvPr/>
        </p:nvSpPr>
        <p:spPr>
          <a:xfrm xmlns:a="http://schemas.openxmlformats.org/drawingml/2006/main">
            <a:off x="685800" y="685800"/>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00" b="1">
                <a:solidFill>
                  <a:srgbClr val="020618"/>
                </a:solidFill>
              </a:defRPr>
            </a:defPPr>
            <a:lvl1pPr algn="l">
              <a:defRPr sz="3000" b="1">
                <a:solidFill>
                  <a:srgbClr val="020618"/>
                </a:solidFill>
              </a:defRPr>
            </a:lvl1pPr>
            <a:lvl2pPr algn="l">
              <a:defRPr sz="3000" b="1">
                <a:solidFill>
                  <a:srgbClr val="020618"/>
                </a:solidFill>
              </a:defRPr>
            </a:lvl2pPr>
            <a:lvl3pPr algn="l">
              <a:defRPr sz="3000" b="1">
                <a:solidFill>
                  <a:srgbClr val="020618"/>
                </a:solidFill>
              </a:defRPr>
            </a:lvl3pPr>
            <a:lvl4pPr algn="l">
              <a:defRPr sz="3000" b="1">
                <a:solidFill>
                  <a:srgbClr val="020618"/>
                </a:solidFill>
              </a:defRPr>
            </a:lvl4pPr>
            <a:lvl5pPr algn="l">
              <a:defRPr sz="3000" b="1">
                <a:solidFill>
                  <a:srgbClr val="020618"/>
                </a:solidFill>
              </a:defRPr>
            </a:lvl5pPr>
            <a:lvl6pPr algn="l">
              <a:defRPr sz="3000" b="1">
                <a:solidFill>
                  <a:srgbClr val="020618"/>
                </a:solidFill>
              </a:defRPr>
            </a:lvl6pPr>
            <a:lvl7pPr algn="l">
              <a:defRPr sz="3000" b="1">
                <a:solidFill>
                  <a:srgbClr val="020618"/>
                </a:solidFill>
              </a:defRPr>
            </a:lvl7pPr>
            <a:lvl8pPr algn="l">
              <a:defRPr sz="3000" b="1">
                <a:solidFill>
                  <a:srgbClr val="020618"/>
                </a:solidFill>
              </a:defRPr>
            </a:lvl8pPr>
            <a:lvl9pPr algn="l">
              <a:defRPr sz="3000" b="1">
                <a:solidFill>
                  <a:srgbClr val="020618"/>
                </a:solidFill>
              </a:defRPr>
            </a:lvl9pPr>
          </a:lstStyle>
          <a:p xmlns:a="http://schemas.openxmlformats.org/drawingml/2006/main">
            <a:pPr algn="l">
              <a:lnSpc>
                <a:spcPct val="105000"/>
              </a:lnSpc>
              <a:buNone/>
              <a:defRPr sz="3000" b="1">
                <a:solidFill>
                  <a:srgbClr val="020618"/>
                </a:solidFill>
              </a:defRPr>
            </a:pPr>
            <a:r>
              <a:rPr sz="3000" b="1">
                <a:solidFill>
                  <a:srgbClr val="020618"/>
                </a:solidFill>
              </a:rPr>
              <a:t>What is not claimed yet</a:t>
            </a:r>
          </a:p>
        </p:txBody>
      </p:sp>
      <p:sp>
        <p:nvSpPr>
          <p:cNvPr id="5" name="limit-rule-0">
            <a:extLst xmlns:a="http://schemas.openxmlformats.org/drawingml/2006/main">
              <a:ext uri="{FF2B5EF4-FFF2-40B4-BE49-F238E27FC236}">
                <a16:creationId xmlns:a16="http://schemas.microsoft.com/office/drawing/2014/main" id="{B55D57F7-FFE2-4607-9454-6AFE33E25AA4}"/>
              </a:ext>
            </a:extLst>
          </p:cNvPr>
          <p:cNvSpPr>
            <a:spLocks xmlns:a="http://schemas.openxmlformats.org/drawingml/2006/main" noGrp="1"/>
          </p:cNvSpPr>
          <p:nvPr/>
        </p:nvSpPr>
        <p:spPr>
          <a:xfrm xmlns:a="http://schemas.openxmlformats.org/drawingml/2006/main">
            <a:off x="762000" y="2381250"/>
            <a:ext cx="3238500" cy="19050"/>
          </a:xfrm>
          <a:prstGeom xmlns:a="http://schemas.openxmlformats.org/drawingml/2006/main" prst="rect">
            <a:avLst/>
          </a:prstGeom>
          <a:solidFill xmlns:a="http://schemas.openxmlformats.org/drawingml/2006/main">
            <a:srgbClr val="FFD230"/>
          </a:solidFill>
          <a:ln xmlns:a="http://schemas.openxmlformats.org/drawingml/2006/main" w="0">
            <a:noFill/>
            <a:prstDash val="solid"/>
          </a:ln>
        </p:spPr>
      </p:sp>
      <p:sp>
        <p:nvSpPr>
          <p:cNvPr id="6" name="limit-title-0">
            <a:extLst xmlns:a="http://schemas.openxmlformats.org/drawingml/2006/main">
              <a:ext uri="{FF2B5EF4-FFF2-40B4-BE49-F238E27FC236}">
                <a16:creationId xmlns:a16="http://schemas.microsoft.com/office/drawing/2014/main" id="{6FE65440-0C19-406B-AC33-ABC3E9B98CD9}"/>
              </a:ext>
            </a:extLst>
          </p:cNvPr>
          <p:cNvSpPr>
            <a:spLocks xmlns:a="http://schemas.openxmlformats.org/drawingml/2006/main" noGrp="1"/>
          </p:cNvSpPr>
          <p:nvPr/>
        </p:nvSpPr>
        <p:spPr>
          <a:xfrm xmlns:a="http://schemas.openxmlformats.org/drawingml/2006/main">
            <a:off x="762000" y="264795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461901"/>
                </a:solidFill>
              </a:defRPr>
            </a:defPPr>
            <a:lvl1pPr algn="l">
              <a:defRPr sz="1800" b="1">
                <a:solidFill>
                  <a:srgbClr val="461901"/>
                </a:solidFill>
              </a:defRPr>
            </a:lvl1pPr>
            <a:lvl2pPr algn="l">
              <a:defRPr sz="1800" b="1">
                <a:solidFill>
                  <a:srgbClr val="461901"/>
                </a:solidFill>
              </a:defRPr>
            </a:lvl2pPr>
            <a:lvl3pPr algn="l">
              <a:defRPr sz="1800" b="1">
                <a:solidFill>
                  <a:srgbClr val="461901"/>
                </a:solidFill>
              </a:defRPr>
            </a:lvl3pPr>
            <a:lvl4pPr algn="l">
              <a:defRPr sz="1800" b="1">
                <a:solidFill>
                  <a:srgbClr val="461901"/>
                </a:solidFill>
              </a:defRPr>
            </a:lvl4pPr>
            <a:lvl5pPr algn="l">
              <a:defRPr sz="1800" b="1">
                <a:solidFill>
                  <a:srgbClr val="461901"/>
                </a:solidFill>
              </a:defRPr>
            </a:lvl5pPr>
            <a:lvl6pPr algn="l">
              <a:defRPr sz="1800" b="1">
                <a:solidFill>
                  <a:srgbClr val="461901"/>
                </a:solidFill>
              </a:defRPr>
            </a:lvl6pPr>
            <a:lvl7pPr algn="l">
              <a:defRPr sz="1800" b="1">
                <a:solidFill>
                  <a:srgbClr val="461901"/>
                </a:solidFill>
              </a:defRPr>
            </a:lvl7pPr>
            <a:lvl8pPr algn="l">
              <a:defRPr sz="1800" b="1">
                <a:solidFill>
                  <a:srgbClr val="461901"/>
                </a:solidFill>
              </a:defRPr>
            </a:lvl8pPr>
            <a:lvl9pPr algn="l">
              <a:defRPr sz="1800" b="1">
                <a:solidFill>
                  <a:srgbClr val="461901"/>
                </a:solidFill>
              </a:defRPr>
            </a:lvl9pPr>
          </a:lstStyle>
          <a:p xmlns:a="http://schemas.openxmlformats.org/drawingml/2006/main">
            <a:pPr algn="l">
              <a:lnSpc>
                <a:spcPct val="108000"/>
              </a:lnSpc>
              <a:buNone/>
              <a:defRPr sz="1800" b="1">
                <a:solidFill>
                  <a:srgbClr val="461901"/>
                </a:solidFill>
              </a:defRPr>
            </a:pPr>
            <a:r>
              <a:rPr sz="1800" b="1">
                <a:solidFill>
                  <a:srgbClr val="461901"/>
                </a:solidFill>
              </a:rPr>
              <a:t>Semantic quality</a:t>
            </a:r>
          </a:p>
        </p:txBody>
      </p:sp>
      <p:sp>
        <p:nvSpPr>
          <p:cNvPr id="7" name="limit-body-0">
            <a:extLst xmlns:a="http://schemas.openxmlformats.org/drawingml/2006/main">
              <a:ext uri="{FF2B5EF4-FFF2-40B4-BE49-F238E27FC236}">
                <a16:creationId xmlns:a16="http://schemas.microsoft.com/office/drawing/2014/main" id="{EF671EBC-C866-4B93-8A19-C9EDE315005E}"/>
              </a:ext>
            </a:extLst>
          </p:cNvPr>
          <p:cNvSpPr>
            <a:spLocks xmlns:a="http://schemas.openxmlformats.org/drawingml/2006/main" noGrp="1"/>
          </p:cNvSpPr>
          <p:nvPr/>
        </p:nvSpPr>
        <p:spPr>
          <a:xfrm xmlns:a="http://schemas.openxmlformats.org/drawingml/2006/main">
            <a:off x="762000" y="3200400"/>
            <a:ext cx="323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350" b="0">
                <a:solidFill>
                  <a:srgbClr val="7B3306"/>
                </a:solidFill>
              </a:defRPr>
            </a:defPPr>
            <a:lvl1pPr algn="l">
              <a:defRPr sz="1350" b="0">
                <a:solidFill>
                  <a:srgbClr val="7B3306"/>
                </a:solidFill>
              </a:defRPr>
            </a:lvl1pPr>
            <a:lvl2pPr algn="l">
              <a:defRPr sz="1350" b="0">
                <a:solidFill>
                  <a:srgbClr val="7B3306"/>
                </a:solidFill>
              </a:defRPr>
            </a:lvl2pPr>
            <a:lvl3pPr algn="l">
              <a:defRPr sz="1350" b="0">
                <a:solidFill>
                  <a:srgbClr val="7B3306"/>
                </a:solidFill>
              </a:defRPr>
            </a:lvl3pPr>
            <a:lvl4pPr algn="l">
              <a:defRPr sz="1350" b="0">
                <a:solidFill>
                  <a:srgbClr val="7B3306"/>
                </a:solidFill>
              </a:defRPr>
            </a:lvl4pPr>
            <a:lvl5pPr algn="l">
              <a:defRPr sz="1350" b="0">
                <a:solidFill>
                  <a:srgbClr val="7B3306"/>
                </a:solidFill>
              </a:defRPr>
            </a:lvl5pPr>
            <a:lvl6pPr algn="l">
              <a:defRPr sz="1350" b="0">
                <a:solidFill>
                  <a:srgbClr val="7B3306"/>
                </a:solidFill>
              </a:defRPr>
            </a:lvl6pPr>
            <a:lvl7pPr algn="l">
              <a:defRPr sz="1350" b="0">
                <a:solidFill>
                  <a:srgbClr val="7B3306"/>
                </a:solidFill>
              </a:defRPr>
            </a:lvl7pPr>
            <a:lvl8pPr algn="l">
              <a:defRPr sz="1350" b="0">
                <a:solidFill>
                  <a:srgbClr val="7B3306"/>
                </a:solidFill>
              </a:defRPr>
            </a:lvl8pPr>
            <a:lvl9pPr algn="l">
              <a:defRPr sz="1350" b="0">
                <a:solidFill>
                  <a:srgbClr val="7B3306"/>
                </a:solidFill>
              </a:defRPr>
            </a:lvl9pPr>
          </a:lstStyle>
          <a:p xmlns:a="http://schemas.openxmlformats.org/drawingml/2006/main">
            <a:pPr algn="l">
              <a:lnSpc>
                <a:spcPct val="112000"/>
              </a:lnSpc>
              <a:buNone/>
              <a:defRPr sz="1350" b="0">
                <a:solidFill>
                  <a:srgbClr val="7B3306"/>
                </a:solidFill>
              </a:defRPr>
            </a:pPr>
            <a:r>
              <a:rPr sz="1350" b="0">
                <a:solidFill>
                  <a:srgbClr val="7B3306"/>
                </a:solidFill>
              </a:rPr>
              <a:t>Pinned E5 model prepared. Twenty chunks embedded and S01-S05 hit 5/5 with matching evidence.</a:t>
            </a:r>
          </a:p>
        </p:txBody>
      </p:sp>
      <p:sp>
        <p:nvSpPr>
          <p:cNvPr id="8" name="limit-rule-1">
            <a:extLst xmlns:a="http://schemas.openxmlformats.org/drawingml/2006/main">
              <a:ext uri="{FF2B5EF4-FFF2-40B4-BE49-F238E27FC236}">
                <a16:creationId xmlns:a16="http://schemas.microsoft.com/office/drawing/2014/main" id="{9E0CC321-E8CA-4ADB-B1A0-63E78CC0C1CA}"/>
              </a:ext>
            </a:extLst>
          </p:cNvPr>
          <p:cNvSpPr>
            <a:spLocks xmlns:a="http://schemas.openxmlformats.org/drawingml/2006/main" noGrp="1"/>
          </p:cNvSpPr>
          <p:nvPr/>
        </p:nvSpPr>
        <p:spPr>
          <a:xfrm xmlns:a="http://schemas.openxmlformats.org/drawingml/2006/main">
            <a:off x="4381500" y="2381250"/>
            <a:ext cx="3238500" cy="19050"/>
          </a:xfrm>
          <a:prstGeom xmlns:a="http://schemas.openxmlformats.org/drawingml/2006/main" prst="rect">
            <a:avLst/>
          </a:prstGeom>
          <a:solidFill xmlns:a="http://schemas.openxmlformats.org/drawingml/2006/main">
            <a:srgbClr val="CAD5E2"/>
          </a:solidFill>
          <a:ln xmlns:a="http://schemas.openxmlformats.org/drawingml/2006/main" w="0">
            <a:noFill/>
            <a:prstDash val="solid"/>
          </a:ln>
        </p:spPr>
      </p:sp>
      <p:sp>
        <p:nvSpPr>
          <p:cNvPr id="9" name="limit-title-1">
            <a:extLst xmlns:a="http://schemas.openxmlformats.org/drawingml/2006/main">
              <a:ext uri="{FF2B5EF4-FFF2-40B4-BE49-F238E27FC236}">
                <a16:creationId xmlns:a16="http://schemas.microsoft.com/office/drawing/2014/main" id="{832B2DBA-8334-4E88-8FAB-6A840AFEAFD5}"/>
              </a:ext>
            </a:extLst>
          </p:cNvPr>
          <p:cNvSpPr>
            <a:spLocks xmlns:a="http://schemas.openxmlformats.org/drawingml/2006/main" noGrp="1"/>
          </p:cNvSpPr>
          <p:nvPr/>
        </p:nvSpPr>
        <p:spPr>
          <a:xfrm xmlns:a="http://schemas.openxmlformats.org/drawingml/2006/main">
            <a:off x="4381500" y="264795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0F172B"/>
                </a:solidFill>
              </a:defRPr>
            </a:defPPr>
            <a:lvl1pPr algn="l">
              <a:defRPr sz="1800" b="1">
                <a:solidFill>
                  <a:srgbClr val="0F172B"/>
                </a:solidFill>
              </a:defRPr>
            </a:lvl1pPr>
            <a:lvl2pPr algn="l">
              <a:defRPr sz="1800" b="1">
                <a:solidFill>
                  <a:srgbClr val="0F172B"/>
                </a:solidFill>
              </a:defRPr>
            </a:lvl2pPr>
            <a:lvl3pPr algn="l">
              <a:defRPr sz="1800" b="1">
                <a:solidFill>
                  <a:srgbClr val="0F172B"/>
                </a:solidFill>
              </a:defRPr>
            </a:lvl3pPr>
            <a:lvl4pPr algn="l">
              <a:defRPr sz="1800" b="1">
                <a:solidFill>
                  <a:srgbClr val="0F172B"/>
                </a:solidFill>
              </a:defRPr>
            </a:lvl4pPr>
            <a:lvl5pPr algn="l">
              <a:defRPr sz="1800" b="1">
                <a:solidFill>
                  <a:srgbClr val="0F172B"/>
                </a:solidFill>
              </a:defRPr>
            </a:lvl5pPr>
            <a:lvl6pPr algn="l">
              <a:defRPr sz="1800" b="1">
                <a:solidFill>
                  <a:srgbClr val="0F172B"/>
                </a:solidFill>
              </a:defRPr>
            </a:lvl6pPr>
            <a:lvl7pPr algn="l">
              <a:defRPr sz="1800" b="1">
                <a:solidFill>
                  <a:srgbClr val="0F172B"/>
                </a:solidFill>
              </a:defRPr>
            </a:lvl7pPr>
            <a:lvl8pPr algn="l">
              <a:defRPr sz="1800" b="1">
                <a:solidFill>
                  <a:srgbClr val="0F172B"/>
                </a:solidFill>
              </a:defRPr>
            </a:lvl8pPr>
            <a:lvl9pPr algn="l">
              <a:defRPr sz="1800" b="1">
                <a:solidFill>
                  <a:srgbClr val="0F172B"/>
                </a:solidFill>
              </a:defRPr>
            </a:lvl9pPr>
          </a:lstStyle>
          <a:p xmlns:a="http://schemas.openxmlformats.org/drawingml/2006/main">
            <a:pPr algn="l">
              <a:lnSpc>
                <a:spcPct val="108000"/>
              </a:lnSpc>
              <a:buNone/>
              <a:defRPr sz="1800" b="1">
                <a:solidFill>
                  <a:srgbClr val="0F172B"/>
                </a:solidFill>
              </a:defRPr>
            </a:pPr>
            <a:r>
              <a:rPr sz="1800" b="1">
                <a:solidFill>
                  <a:srgbClr val="0F172B"/>
                </a:solidFill>
              </a:rPr>
              <a:t>Worker recovery</a:t>
            </a:r>
          </a:p>
        </p:txBody>
      </p:sp>
      <p:sp>
        <p:nvSpPr>
          <p:cNvPr id="10" name="limit-body-1">
            <a:extLst xmlns:a="http://schemas.openxmlformats.org/drawingml/2006/main">
              <a:ext uri="{FF2B5EF4-FFF2-40B4-BE49-F238E27FC236}">
                <a16:creationId xmlns:a16="http://schemas.microsoft.com/office/drawing/2014/main" id="{B9D2DA5B-2666-4CF4-93D8-A75E22FD21F8}"/>
              </a:ext>
            </a:extLst>
          </p:cNvPr>
          <p:cNvSpPr>
            <a:spLocks xmlns:a="http://schemas.openxmlformats.org/drawingml/2006/main" noGrp="1"/>
          </p:cNvSpPr>
          <p:nvPr/>
        </p:nvSpPr>
        <p:spPr>
          <a:xfrm xmlns:a="http://schemas.openxmlformats.org/drawingml/2006/main">
            <a:off x="4381500" y="3200400"/>
            <a:ext cx="323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350" b="0">
                <a:solidFill>
                  <a:srgbClr val="45556C"/>
                </a:solidFill>
              </a:defRPr>
            </a:defPPr>
            <a:lvl1pPr algn="l">
              <a:defRPr sz="1350" b="0">
                <a:solidFill>
                  <a:srgbClr val="45556C"/>
                </a:solidFill>
              </a:defRPr>
            </a:lvl1pPr>
            <a:lvl2pPr algn="l">
              <a:defRPr sz="1350" b="0">
                <a:solidFill>
                  <a:srgbClr val="45556C"/>
                </a:solidFill>
              </a:defRPr>
            </a:lvl2pPr>
            <a:lvl3pPr algn="l">
              <a:defRPr sz="1350" b="0">
                <a:solidFill>
                  <a:srgbClr val="45556C"/>
                </a:solidFill>
              </a:defRPr>
            </a:lvl3pPr>
            <a:lvl4pPr algn="l">
              <a:defRPr sz="1350" b="0">
                <a:solidFill>
                  <a:srgbClr val="45556C"/>
                </a:solidFill>
              </a:defRPr>
            </a:lvl4pPr>
            <a:lvl5pPr algn="l">
              <a:defRPr sz="1350" b="0">
                <a:solidFill>
                  <a:srgbClr val="45556C"/>
                </a:solidFill>
              </a:defRPr>
            </a:lvl5pPr>
            <a:lvl6pPr algn="l">
              <a:defRPr sz="1350" b="0">
                <a:solidFill>
                  <a:srgbClr val="45556C"/>
                </a:solidFill>
              </a:defRPr>
            </a:lvl6pPr>
            <a:lvl7pPr algn="l">
              <a:defRPr sz="1350" b="0">
                <a:solidFill>
                  <a:srgbClr val="45556C"/>
                </a:solidFill>
              </a:defRPr>
            </a:lvl7pPr>
            <a:lvl8pPr algn="l">
              <a:defRPr sz="1350" b="0">
                <a:solidFill>
                  <a:srgbClr val="45556C"/>
                </a:solidFill>
              </a:defRPr>
            </a:lvl8pPr>
            <a:lvl9pPr algn="l">
              <a:defRPr sz="1350" b="0">
                <a:solidFill>
                  <a:srgbClr val="45556C"/>
                </a:solidFill>
              </a:defRPr>
            </a:lvl9pPr>
          </a:lstStyle>
          <a:p xmlns:a="http://schemas.openxmlformats.org/drawingml/2006/main">
            <a:pPr algn="l">
              <a:lnSpc>
                <a:spcPct val="112000"/>
              </a:lnSpc>
              <a:buNone/>
              <a:defRPr sz="1350" b="0">
                <a:solidFill>
                  <a:srgbClr val="45556C"/>
                </a:solidFill>
              </a:defRPr>
            </a:pPr>
            <a:r>
              <a:rPr sz="1350" b="0">
                <a:solidFill>
                  <a:srgbClr val="45556C"/>
                </a:solidFill>
              </a:rPr>
              <a:t>Retry, backoff and leases are implemented. Competing-worker load testing remains open.</a:t>
            </a:r>
          </a:p>
        </p:txBody>
      </p:sp>
      <p:sp>
        <p:nvSpPr>
          <p:cNvPr id="11" name="limit-rule-2">
            <a:extLst xmlns:a="http://schemas.openxmlformats.org/drawingml/2006/main">
              <a:ext uri="{FF2B5EF4-FFF2-40B4-BE49-F238E27FC236}">
                <a16:creationId xmlns:a16="http://schemas.microsoft.com/office/drawing/2014/main" id="{BFCFDEA4-F719-46D1-AF0B-6657168A7BDC}"/>
              </a:ext>
            </a:extLst>
          </p:cNvPr>
          <p:cNvSpPr>
            <a:spLocks xmlns:a="http://schemas.openxmlformats.org/drawingml/2006/main" noGrp="1"/>
          </p:cNvSpPr>
          <p:nvPr/>
        </p:nvSpPr>
        <p:spPr>
          <a:xfrm xmlns:a="http://schemas.openxmlformats.org/drawingml/2006/main">
            <a:off x="8001000" y="2381250"/>
            <a:ext cx="3238500" cy="19050"/>
          </a:xfrm>
          <a:prstGeom xmlns:a="http://schemas.openxmlformats.org/drawingml/2006/main" prst="rect">
            <a:avLst/>
          </a:prstGeom>
          <a:solidFill xmlns:a="http://schemas.openxmlformats.org/drawingml/2006/main">
            <a:srgbClr val="CAD5E2"/>
          </a:solidFill>
          <a:ln xmlns:a="http://schemas.openxmlformats.org/drawingml/2006/main" w="0">
            <a:noFill/>
            <a:prstDash val="solid"/>
          </a:ln>
        </p:spPr>
      </p:sp>
      <p:sp>
        <p:nvSpPr>
          <p:cNvPr id="12" name="limit-title-2">
            <a:extLst xmlns:a="http://schemas.openxmlformats.org/drawingml/2006/main">
              <a:ext uri="{FF2B5EF4-FFF2-40B4-BE49-F238E27FC236}">
                <a16:creationId xmlns:a16="http://schemas.microsoft.com/office/drawing/2014/main" id="{947BBBD6-D3B5-4AC9-9277-AD6807B60DE7}"/>
              </a:ext>
            </a:extLst>
          </p:cNvPr>
          <p:cNvSpPr>
            <a:spLocks xmlns:a="http://schemas.openxmlformats.org/drawingml/2006/main" noGrp="1"/>
          </p:cNvSpPr>
          <p:nvPr/>
        </p:nvSpPr>
        <p:spPr>
          <a:xfrm xmlns:a="http://schemas.openxmlformats.org/drawingml/2006/main">
            <a:off x="8001000" y="264795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0F172B"/>
                </a:solidFill>
              </a:defRPr>
            </a:defPPr>
            <a:lvl1pPr algn="l">
              <a:defRPr sz="1800" b="1">
                <a:solidFill>
                  <a:srgbClr val="0F172B"/>
                </a:solidFill>
              </a:defRPr>
            </a:lvl1pPr>
            <a:lvl2pPr algn="l">
              <a:defRPr sz="1800" b="1">
                <a:solidFill>
                  <a:srgbClr val="0F172B"/>
                </a:solidFill>
              </a:defRPr>
            </a:lvl2pPr>
            <a:lvl3pPr algn="l">
              <a:defRPr sz="1800" b="1">
                <a:solidFill>
                  <a:srgbClr val="0F172B"/>
                </a:solidFill>
              </a:defRPr>
            </a:lvl3pPr>
            <a:lvl4pPr algn="l">
              <a:defRPr sz="1800" b="1">
                <a:solidFill>
                  <a:srgbClr val="0F172B"/>
                </a:solidFill>
              </a:defRPr>
            </a:lvl4pPr>
            <a:lvl5pPr algn="l">
              <a:defRPr sz="1800" b="1">
                <a:solidFill>
                  <a:srgbClr val="0F172B"/>
                </a:solidFill>
              </a:defRPr>
            </a:lvl5pPr>
            <a:lvl6pPr algn="l">
              <a:defRPr sz="1800" b="1">
                <a:solidFill>
                  <a:srgbClr val="0F172B"/>
                </a:solidFill>
              </a:defRPr>
            </a:lvl6pPr>
            <a:lvl7pPr algn="l">
              <a:defRPr sz="1800" b="1">
                <a:solidFill>
                  <a:srgbClr val="0F172B"/>
                </a:solidFill>
              </a:defRPr>
            </a:lvl7pPr>
            <a:lvl8pPr algn="l">
              <a:defRPr sz="1800" b="1">
                <a:solidFill>
                  <a:srgbClr val="0F172B"/>
                </a:solidFill>
              </a:defRPr>
            </a:lvl8pPr>
            <a:lvl9pPr algn="l">
              <a:defRPr sz="1800" b="1">
                <a:solidFill>
                  <a:srgbClr val="0F172B"/>
                </a:solidFill>
              </a:defRPr>
            </a:lvl9pPr>
          </a:lstStyle>
          <a:p xmlns:a="http://schemas.openxmlformats.org/drawingml/2006/main">
            <a:pPr algn="l">
              <a:lnSpc>
                <a:spcPct val="108000"/>
              </a:lnSpc>
              <a:buNone/>
              <a:defRPr sz="1800" b="1">
                <a:solidFill>
                  <a:srgbClr val="0F172B"/>
                </a:solidFill>
              </a:defRPr>
            </a:pPr>
            <a:r>
              <a:rPr sz="1800" b="1">
                <a:solidFill>
                  <a:srgbClr val="0F172B"/>
                </a:solidFill>
              </a:rPr>
              <a:t>Release package</a:t>
            </a:r>
          </a:p>
        </p:txBody>
      </p:sp>
      <p:sp>
        <p:nvSpPr>
          <p:cNvPr id="13" name="limit-body-2">
            <a:extLst xmlns:a="http://schemas.openxmlformats.org/drawingml/2006/main">
              <a:ext uri="{FF2B5EF4-FFF2-40B4-BE49-F238E27FC236}">
                <a16:creationId xmlns:a16="http://schemas.microsoft.com/office/drawing/2014/main" id="{6EF93919-AA9A-47EB-899E-94BCD525E55A}"/>
              </a:ext>
            </a:extLst>
          </p:cNvPr>
          <p:cNvSpPr>
            <a:spLocks xmlns:a="http://schemas.openxmlformats.org/drawingml/2006/main" noGrp="1"/>
          </p:cNvSpPr>
          <p:nvPr/>
        </p:nvSpPr>
        <p:spPr>
          <a:xfrm xmlns:a="http://schemas.openxmlformats.org/drawingml/2006/main">
            <a:off x="8001000" y="3200400"/>
            <a:ext cx="323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350" b="0">
                <a:solidFill>
                  <a:srgbClr val="45556C"/>
                </a:solidFill>
              </a:defRPr>
            </a:defPPr>
            <a:lvl1pPr algn="l">
              <a:defRPr sz="1350" b="0">
                <a:solidFill>
                  <a:srgbClr val="45556C"/>
                </a:solidFill>
              </a:defRPr>
            </a:lvl1pPr>
            <a:lvl2pPr algn="l">
              <a:defRPr sz="1350" b="0">
                <a:solidFill>
                  <a:srgbClr val="45556C"/>
                </a:solidFill>
              </a:defRPr>
            </a:lvl2pPr>
            <a:lvl3pPr algn="l">
              <a:defRPr sz="1350" b="0">
                <a:solidFill>
                  <a:srgbClr val="45556C"/>
                </a:solidFill>
              </a:defRPr>
            </a:lvl3pPr>
            <a:lvl4pPr algn="l">
              <a:defRPr sz="1350" b="0">
                <a:solidFill>
                  <a:srgbClr val="45556C"/>
                </a:solidFill>
              </a:defRPr>
            </a:lvl4pPr>
            <a:lvl5pPr algn="l">
              <a:defRPr sz="1350" b="0">
                <a:solidFill>
                  <a:srgbClr val="45556C"/>
                </a:solidFill>
              </a:defRPr>
            </a:lvl5pPr>
            <a:lvl6pPr algn="l">
              <a:defRPr sz="1350" b="0">
                <a:solidFill>
                  <a:srgbClr val="45556C"/>
                </a:solidFill>
              </a:defRPr>
            </a:lvl6pPr>
            <a:lvl7pPr algn="l">
              <a:defRPr sz="1350" b="0">
                <a:solidFill>
                  <a:srgbClr val="45556C"/>
                </a:solidFill>
              </a:defRPr>
            </a:lvl7pPr>
            <a:lvl8pPr algn="l">
              <a:defRPr sz="1350" b="0">
                <a:solidFill>
                  <a:srgbClr val="45556C"/>
                </a:solidFill>
              </a:defRPr>
            </a:lvl8pPr>
            <a:lvl9pPr algn="l">
              <a:defRPr sz="1350" b="0">
                <a:solidFill>
                  <a:srgbClr val="45556C"/>
                </a:solidFill>
              </a:defRPr>
            </a:lvl9pPr>
          </a:lstStyle>
          <a:p xmlns:a="http://schemas.openxmlformats.org/drawingml/2006/main">
            <a:pPr algn="l">
              <a:lnSpc>
                <a:spcPct val="112000"/>
              </a:lnSpc>
              <a:buNone/>
              <a:defRPr sz="1350" b="0">
                <a:solidFill>
                  <a:srgbClr val="45556C"/>
                </a:solidFill>
              </a:defRPr>
            </a:pPr>
            <a:r>
              <a:rPr sz="1350" b="0">
                <a:solidFill>
                  <a:srgbClr val="45556C"/>
                </a:solidFill>
              </a:rPr>
              <a:t>Deck, recording, final README, QA and manifest must match one frozen commit.</a:t>
            </a:r>
          </a:p>
        </p:txBody>
      </p:sp>
      <p:sp>
        <p:nvSpPr>
          <p:cNvPr id="14" name="footer">
            <a:extLst xmlns:a="http://schemas.openxmlformats.org/drawingml/2006/main">
              <a:ext uri="{FF2B5EF4-FFF2-40B4-BE49-F238E27FC236}">
                <a16:creationId xmlns:a16="http://schemas.microsoft.com/office/drawing/2014/main" id="{213A78DF-2FF6-4FB4-8764-DD455A0870AD}"/>
              </a:ext>
            </a:extLst>
          </p:cNvPr>
          <p:cNvSpPr>
            <a:spLocks xmlns:a="http://schemas.openxmlformats.org/drawingml/2006/main" noGrp="1"/>
          </p:cNvSpPr>
          <p:nvPr/>
        </p:nvSpPr>
        <p:spPr>
          <a:xfrm xmlns:a="http://schemas.openxmlformats.org/drawingml/2006/main">
            <a:off x="685800" y="6419850"/>
            <a:ext cx="10820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750" b="0">
                <a:solidFill>
                  <a:srgbClr val="90A1B9"/>
                </a:solidFill>
              </a:defRPr>
            </a:defPPr>
            <a:lvl1pPr algn="l">
              <a:defRPr sz="750" b="0">
                <a:solidFill>
                  <a:srgbClr val="90A1B9"/>
                </a:solidFill>
              </a:defRPr>
            </a:lvl1pPr>
            <a:lvl2pPr algn="l">
              <a:defRPr sz="750" b="0">
                <a:solidFill>
                  <a:srgbClr val="90A1B9"/>
                </a:solidFill>
              </a:defRPr>
            </a:lvl2pPr>
            <a:lvl3pPr algn="l">
              <a:defRPr sz="750" b="0">
                <a:solidFill>
                  <a:srgbClr val="90A1B9"/>
                </a:solidFill>
              </a:defRPr>
            </a:lvl3pPr>
            <a:lvl4pPr algn="l">
              <a:defRPr sz="750" b="0">
                <a:solidFill>
                  <a:srgbClr val="90A1B9"/>
                </a:solidFill>
              </a:defRPr>
            </a:lvl4pPr>
            <a:lvl5pPr algn="l">
              <a:defRPr sz="750" b="0">
                <a:solidFill>
                  <a:srgbClr val="90A1B9"/>
                </a:solidFill>
              </a:defRPr>
            </a:lvl5pPr>
            <a:lvl6pPr algn="l">
              <a:defRPr sz="750" b="0">
                <a:solidFill>
                  <a:srgbClr val="90A1B9"/>
                </a:solidFill>
              </a:defRPr>
            </a:lvl6pPr>
            <a:lvl7pPr algn="l">
              <a:defRPr sz="750" b="0">
                <a:solidFill>
                  <a:srgbClr val="90A1B9"/>
                </a:solidFill>
              </a:defRPr>
            </a:lvl7pPr>
            <a:lvl8pPr algn="l">
              <a:defRPr sz="750" b="0">
                <a:solidFill>
                  <a:srgbClr val="90A1B9"/>
                </a:solidFill>
              </a:defRPr>
            </a:lvl8pPr>
            <a:lvl9pPr algn="l">
              <a:defRPr sz="750" b="0">
                <a:solidFill>
                  <a:srgbClr val="90A1B9"/>
                </a:solidFill>
              </a:defRPr>
            </a:lvl9pPr>
          </a:lstStyle>
          <a:p xmlns:a="http://schemas.openxmlformats.org/drawingml/2006/main">
            <a:pPr algn="l">
              <a:lnSpc>
                <a:spcPct val="108000"/>
              </a:lnSpc>
              <a:buNone/>
              <a:defRPr sz="750" b="0">
                <a:solidFill>
                  <a:srgbClr val="90A1B9"/>
                </a:solidFill>
              </a:defRPr>
            </a:pPr>
            <a:r>
              <a:rPr sz="750" b="0">
                <a:solidFill>
                  <a:srgbClr val="90A1B9"/>
                </a:solidFill>
              </a:rPr>
              <a:t>The report records a P0/P1 boundary: no disabled semantic path may masquerade as a successful result.</a:t>
            </a:r>
          </a:p>
        </p:txBody>
      </p:sp>
    </p:spTree>
    <p:extLst>
      <p:ext uri="{BB962C8B-B14F-4D97-AF65-F5344CB8AC3E}">
        <p14:creationId xmlns:p14="http://schemas.microsoft.com/office/powerpoint/2010/main" val="1598176017"/>
      </p:ext>
    </p:extLst>
  </p:cSld>
</p:sld>
</file>

<file path=ppt/slides/slide12.xml><?xml version="1.0" encoding="utf-8"?>
<p:sld xmlns:p="http://schemas.openxmlformats.org/presentationml/2006/main">
  <p:cSld>
    <p:bg>
      <p:bgPr>
        <a:solidFill xmlns:a="http://schemas.openxmlformats.org/drawingml/2006/main">
          <a:srgbClr val="020618"/>
        </a:solidFill>
      </p:bgPr>
    </p:bg>
    <p:spTree>
      <p:nvGrpSpPr>
        <p:cNvPr id="1" name=""/>
        <p:cNvGrpSpPr/>
        <p:nvPr/>
      </p:nvGrpSpPr>
      <p:grpSpPr>
        <a:xfrm xmlns:a="http://schemas.openxmlformats.org/drawingml/2006/main"/>
      </p:grpSpPr>
      <p:sp>
        <p:nvSpPr>
          <p:cNvPr id="6" name="close-label">
            <a:extLst xmlns:a="http://schemas.openxmlformats.org/drawingml/2006/main">
              <a:ext uri="{FF2B5EF4-FFF2-40B4-BE49-F238E27FC236}">
                <a16:creationId xmlns:a16="http://schemas.microsoft.com/office/drawing/2014/main" id="{153103FF-3381-43D5-A5CB-5D4586CB0FE1}"/>
              </a:ext>
            </a:extLst>
          </p:cNvPr>
          <p:cNvSpPr>
            <a:spLocks xmlns:a="http://schemas.openxmlformats.org/drawingml/2006/main" noGrp="1"/>
          </p:cNvSpPr>
          <p:nvPr/>
        </p:nvSpPr>
        <p:spPr>
          <a:xfrm xmlns:a="http://schemas.openxmlformats.org/drawingml/2006/main">
            <a:off x="685800" y="5524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975" b="1">
                <a:solidFill>
                  <a:srgbClr val="74D4FF"/>
                </a:solidFill>
              </a:defRPr>
            </a:defPPr>
            <a:lvl1pPr algn="l">
              <a:defRPr sz="975" b="1">
                <a:solidFill>
                  <a:srgbClr val="74D4FF"/>
                </a:solidFill>
              </a:defRPr>
            </a:lvl1pPr>
            <a:lvl2pPr algn="l">
              <a:defRPr sz="975" b="1">
                <a:solidFill>
                  <a:srgbClr val="74D4FF"/>
                </a:solidFill>
              </a:defRPr>
            </a:lvl2pPr>
            <a:lvl3pPr algn="l">
              <a:defRPr sz="975" b="1">
                <a:solidFill>
                  <a:srgbClr val="74D4FF"/>
                </a:solidFill>
              </a:defRPr>
            </a:lvl3pPr>
            <a:lvl4pPr algn="l">
              <a:defRPr sz="975" b="1">
                <a:solidFill>
                  <a:srgbClr val="74D4FF"/>
                </a:solidFill>
              </a:defRPr>
            </a:lvl4pPr>
            <a:lvl5pPr algn="l">
              <a:defRPr sz="975" b="1">
                <a:solidFill>
                  <a:srgbClr val="74D4FF"/>
                </a:solidFill>
              </a:defRPr>
            </a:lvl5pPr>
            <a:lvl6pPr algn="l">
              <a:defRPr sz="975" b="1">
                <a:solidFill>
                  <a:srgbClr val="74D4FF"/>
                </a:solidFill>
              </a:defRPr>
            </a:lvl6pPr>
            <a:lvl7pPr algn="l">
              <a:defRPr sz="975" b="1">
                <a:solidFill>
                  <a:srgbClr val="74D4FF"/>
                </a:solidFill>
              </a:defRPr>
            </a:lvl7pPr>
            <a:lvl8pPr algn="l">
              <a:defRPr sz="975" b="1">
                <a:solidFill>
                  <a:srgbClr val="74D4FF"/>
                </a:solidFill>
              </a:defRPr>
            </a:lvl8pPr>
            <a:lvl9pPr algn="l">
              <a:defRPr sz="975" b="1">
                <a:solidFill>
                  <a:srgbClr val="74D4FF"/>
                </a:solidFill>
              </a:defRPr>
            </a:lvl9pPr>
          </a:lstStyle>
          <a:p xmlns:a="http://schemas.openxmlformats.org/drawingml/2006/main">
            <a:pPr algn="l">
              <a:lnSpc>
                <a:spcPct val="108000"/>
              </a:lnSpc>
              <a:buNone/>
              <a:defRPr sz="975" b="1">
                <a:solidFill>
                  <a:srgbClr val="74D4FF"/>
                </a:solidFill>
              </a:defRPr>
            </a:pPr>
            <a:r>
              <a:rPr sz="975" b="1">
                <a:solidFill>
                  <a:srgbClr val="74D4FF"/>
                </a:solidFill>
              </a:rPr>
              <a:t>TEAM 11  /  W7 MIDTERM</a:t>
            </a:r>
          </a:p>
        </p:txBody>
      </p:sp>
      <p:sp>
        <p:nvSpPr>
          <p:cNvPr id="2" name="close-title">
            <a:extLst xmlns:a="http://schemas.openxmlformats.org/drawingml/2006/main">
              <a:ext uri="{FF2B5EF4-FFF2-40B4-BE49-F238E27FC236}">
                <a16:creationId xmlns:a16="http://schemas.microsoft.com/office/drawing/2014/main" id="{97225FF9-8251-4FFE-AD39-B5043652063C}"/>
              </a:ext>
            </a:extLst>
          </p:cNvPr>
          <p:cNvSpPr>
            <a:spLocks xmlns:a="http://schemas.openxmlformats.org/drawingml/2006/main" noGrp="1"/>
          </p:cNvSpPr>
          <p:nvPr/>
        </p:nvSpPr>
        <p:spPr>
          <a:xfrm xmlns:a="http://schemas.openxmlformats.org/drawingml/2006/main">
            <a:off x="685800" y="1714500"/>
            <a:ext cx="9334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4200" b="1">
                <a:solidFill>
                  <a:srgbClr val="FFFFFF"/>
                </a:solidFill>
              </a:defRPr>
            </a:defPPr>
            <a:lvl1pPr algn="l">
              <a:defRPr sz="4200" b="1">
                <a:solidFill>
                  <a:srgbClr val="FFFFFF"/>
                </a:solidFill>
              </a:defRPr>
            </a:lvl1pPr>
            <a:lvl2pPr algn="l">
              <a:defRPr sz="4200" b="1">
                <a:solidFill>
                  <a:srgbClr val="FFFFFF"/>
                </a:solidFill>
              </a:defRPr>
            </a:lvl2pPr>
            <a:lvl3pPr algn="l">
              <a:defRPr sz="4200" b="1">
                <a:solidFill>
                  <a:srgbClr val="FFFFFF"/>
                </a:solidFill>
              </a:defRPr>
            </a:lvl3pPr>
            <a:lvl4pPr algn="l">
              <a:defRPr sz="4200" b="1">
                <a:solidFill>
                  <a:srgbClr val="FFFFFF"/>
                </a:solidFill>
              </a:defRPr>
            </a:lvl4pPr>
            <a:lvl5pPr algn="l">
              <a:defRPr sz="4200" b="1">
                <a:solidFill>
                  <a:srgbClr val="FFFFFF"/>
                </a:solidFill>
              </a:defRPr>
            </a:lvl5pPr>
            <a:lvl6pPr algn="l">
              <a:defRPr sz="4200" b="1">
                <a:solidFill>
                  <a:srgbClr val="FFFFFF"/>
                </a:solidFill>
              </a:defRPr>
            </a:lvl6pPr>
            <a:lvl7pPr algn="l">
              <a:defRPr sz="4200" b="1">
                <a:solidFill>
                  <a:srgbClr val="FFFFFF"/>
                </a:solidFill>
              </a:defRPr>
            </a:lvl7pPr>
            <a:lvl8pPr algn="l">
              <a:defRPr sz="4200" b="1">
                <a:solidFill>
                  <a:srgbClr val="FFFFFF"/>
                </a:solidFill>
              </a:defRPr>
            </a:lvl8pPr>
            <a:lvl9pPr algn="l">
              <a:defRPr sz="4200" b="1">
                <a:solidFill>
                  <a:srgbClr val="FFFFFF"/>
                </a:solidFill>
              </a:defRPr>
            </a:lvl9pPr>
          </a:lstStyle>
          <a:p xmlns:a="http://schemas.openxmlformats.org/drawingml/2006/main">
            <a:pPr algn="l">
              <a:lnSpc>
                <a:spcPct val="104000"/>
              </a:lnSpc>
              <a:buNone/>
              <a:defRPr sz="4200" b="1">
                <a:solidFill>
                  <a:srgbClr val="FFFFFF"/>
                </a:solidFill>
              </a:defRPr>
            </a:pPr>
            <a:r>
              <a:rPr sz="4200" b="1">
                <a:solidFill>
                  <a:srgbClr val="FFFFFF"/>
                </a:solidFill>
              </a:rPr>
              <a:t>A narrow path with a source for every result</a:t>
            </a:r>
          </a:p>
        </p:txBody>
      </p:sp>
      <p:sp>
        <p:nvSpPr>
          <p:cNvPr id="3" name="close-body">
            <a:extLst xmlns:a="http://schemas.openxmlformats.org/drawingml/2006/main">
              <a:ext uri="{FF2B5EF4-FFF2-40B4-BE49-F238E27FC236}">
                <a16:creationId xmlns:a16="http://schemas.microsoft.com/office/drawing/2014/main" id="{54831165-913B-4466-8895-7A3654DA6B0B}"/>
              </a:ext>
            </a:extLst>
          </p:cNvPr>
          <p:cNvSpPr>
            <a:spLocks xmlns:a="http://schemas.openxmlformats.org/drawingml/2006/main" noGrp="1"/>
          </p:cNvSpPr>
          <p:nvPr/>
        </p:nvSpPr>
        <p:spPr>
          <a:xfrm xmlns:a="http://schemas.openxmlformats.org/drawingml/2006/main">
            <a:off x="723900" y="3619500"/>
            <a:ext cx="8572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0">
                <a:solidFill>
                  <a:srgbClr val="CAD5E2"/>
                </a:solidFill>
              </a:defRPr>
            </a:defPPr>
            <a:lvl1pPr algn="l">
              <a:defRPr sz="1950" b="0">
                <a:solidFill>
                  <a:srgbClr val="CAD5E2"/>
                </a:solidFill>
              </a:defRPr>
            </a:lvl1pPr>
            <a:lvl2pPr algn="l">
              <a:defRPr sz="1950" b="0">
                <a:solidFill>
                  <a:srgbClr val="CAD5E2"/>
                </a:solidFill>
              </a:defRPr>
            </a:lvl2pPr>
            <a:lvl3pPr algn="l">
              <a:defRPr sz="1950" b="0">
                <a:solidFill>
                  <a:srgbClr val="CAD5E2"/>
                </a:solidFill>
              </a:defRPr>
            </a:lvl3pPr>
            <a:lvl4pPr algn="l">
              <a:defRPr sz="1950" b="0">
                <a:solidFill>
                  <a:srgbClr val="CAD5E2"/>
                </a:solidFill>
              </a:defRPr>
            </a:lvl4pPr>
            <a:lvl5pPr algn="l">
              <a:defRPr sz="1950" b="0">
                <a:solidFill>
                  <a:srgbClr val="CAD5E2"/>
                </a:solidFill>
              </a:defRPr>
            </a:lvl5pPr>
            <a:lvl6pPr algn="l">
              <a:defRPr sz="1950" b="0">
                <a:solidFill>
                  <a:srgbClr val="CAD5E2"/>
                </a:solidFill>
              </a:defRPr>
            </a:lvl6pPr>
            <a:lvl7pPr algn="l">
              <a:defRPr sz="1950" b="0">
                <a:solidFill>
                  <a:srgbClr val="CAD5E2"/>
                </a:solidFill>
              </a:defRPr>
            </a:lvl7pPr>
            <a:lvl8pPr algn="l">
              <a:defRPr sz="1950" b="0">
                <a:solidFill>
                  <a:srgbClr val="CAD5E2"/>
                </a:solidFill>
              </a:defRPr>
            </a:lvl8pPr>
            <a:lvl9pPr algn="l">
              <a:defRPr sz="1950" b="0">
                <a:solidFill>
                  <a:srgbClr val="CAD5E2"/>
                </a:solidFill>
              </a:defRPr>
            </a:lvl9pPr>
          </a:lstStyle>
          <a:p xmlns:a="http://schemas.openxmlformats.org/drawingml/2006/main">
            <a:pPr algn="l">
              <a:lnSpc>
                <a:spcPct val="112000"/>
              </a:lnSpc>
              <a:buNone/>
              <a:defRPr sz="1950" b="0">
                <a:solidFill>
                  <a:srgbClr val="CAD5E2"/>
                </a:solidFill>
              </a:defRPr>
            </a:pPr>
            <a:r>
              <a:rPr sz="1950" b="0">
                <a:solidFill>
                  <a:srgbClr val="CAD5E2"/>
                </a:solidFill>
              </a:rPr>
              <a:t>The folder is authorized. The version is durable.</a:t>
            </a:r>
          </a:p>
          <a:p xmlns:a="http://schemas.openxmlformats.org/drawingml/2006/main">
            <a:pPr algn="l">
              <a:lnSpc>
                <a:spcPct val="112000"/>
              </a:lnSpc>
              <a:buNone/>
              <a:defRPr sz="1950" b="0">
                <a:solidFill>
                  <a:srgbClr val="CAD5E2"/>
                </a:solidFill>
              </a:defRPr>
            </a:pPr>
            <a:r>
              <a:rPr sz="1950" b="0">
                <a:solidFill>
                  <a:srgbClr val="CAD5E2"/>
                </a:solidFill>
              </a:rPr>
              <a:t>The page is checked. The failure is visible.</a:t>
            </a:r>
          </a:p>
        </p:txBody>
      </p:sp>
      <p:sp>
        <p:nvSpPr>
          <p:cNvPr id="4" name="close-rule">
            <a:extLst xmlns:a="http://schemas.openxmlformats.org/drawingml/2006/main">
              <a:ext uri="{FF2B5EF4-FFF2-40B4-BE49-F238E27FC236}">
                <a16:creationId xmlns:a16="http://schemas.microsoft.com/office/drawing/2014/main" id="{619029B3-CF84-4676-A516-DA0C2BC73561}"/>
              </a:ext>
            </a:extLst>
          </p:cNvPr>
          <p:cNvSpPr>
            <a:spLocks xmlns:a="http://schemas.openxmlformats.org/drawingml/2006/main" noGrp="1"/>
          </p:cNvSpPr>
          <p:nvPr/>
        </p:nvSpPr>
        <p:spPr>
          <a:xfrm xmlns:a="http://schemas.openxmlformats.org/drawingml/2006/main">
            <a:off x="723900" y="5048250"/>
            <a:ext cx="1524000" cy="57150"/>
          </a:xfrm>
          <a:prstGeom xmlns:a="http://schemas.openxmlformats.org/drawingml/2006/main" prst="rect">
            <a:avLst/>
          </a:prstGeom>
          <a:solidFill xmlns:a="http://schemas.openxmlformats.org/drawingml/2006/main">
            <a:srgbClr val="00BCFF"/>
          </a:solidFill>
          <a:ln xmlns:a="http://schemas.openxmlformats.org/drawingml/2006/main" w="0">
            <a:noFill/>
            <a:prstDash val="solid"/>
          </a:ln>
        </p:spPr>
      </p:sp>
      <p:sp>
        <p:nvSpPr>
          <p:cNvPr id="5" name="close-footer">
            <a:extLst xmlns:a="http://schemas.openxmlformats.org/drawingml/2006/main">
              <a:ext uri="{FF2B5EF4-FFF2-40B4-BE49-F238E27FC236}">
                <a16:creationId xmlns:a16="http://schemas.microsoft.com/office/drawing/2014/main" id="{AE8A4256-142C-42A8-8528-FAE254754E6D}"/>
              </a:ext>
            </a:extLst>
          </p:cNvPr>
          <p:cNvSpPr>
            <a:spLocks xmlns:a="http://schemas.openxmlformats.org/drawingml/2006/main" noGrp="1"/>
          </p:cNvSpPr>
          <p:nvPr/>
        </p:nvSpPr>
        <p:spPr>
          <a:xfrm xmlns:a="http://schemas.openxmlformats.org/drawingml/2006/main">
            <a:off x="723900" y="53911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75" b="0">
                <a:solidFill>
                  <a:srgbClr val="90A1B9"/>
                </a:solidFill>
              </a:defRPr>
            </a:defPPr>
            <a:lvl1pPr algn="l">
              <a:defRPr sz="1275" b="0">
                <a:solidFill>
                  <a:srgbClr val="90A1B9"/>
                </a:solidFill>
              </a:defRPr>
            </a:lvl1pPr>
            <a:lvl2pPr algn="l">
              <a:defRPr sz="1275" b="0">
                <a:solidFill>
                  <a:srgbClr val="90A1B9"/>
                </a:solidFill>
              </a:defRPr>
            </a:lvl2pPr>
            <a:lvl3pPr algn="l">
              <a:defRPr sz="1275" b="0">
                <a:solidFill>
                  <a:srgbClr val="90A1B9"/>
                </a:solidFill>
              </a:defRPr>
            </a:lvl3pPr>
            <a:lvl4pPr algn="l">
              <a:defRPr sz="1275" b="0">
                <a:solidFill>
                  <a:srgbClr val="90A1B9"/>
                </a:solidFill>
              </a:defRPr>
            </a:lvl4pPr>
            <a:lvl5pPr algn="l">
              <a:defRPr sz="1275" b="0">
                <a:solidFill>
                  <a:srgbClr val="90A1B9"/>
                </a:solidFill>
              </a:defRPr>
            </a:lvl5pPr>
            <a:lvl6pPr algn="l">
              <a:defRPr sz="1275" b="0">
                <a:solidFill>
                  <a:srgbClr val="90A1B9"/>
                </a:solidFill>
              </a:defRPr>
            </a:lvl6pPr>
            <a:lvl7pPr algn="l">
              <a:defRPr sz="1275" b="0">
                <a:solidFill>
                  <a:srgbClr val="90A1B9"/>
                </a:solidFill>
              </a:defRPr>
            </a:lvl7pPr>
            <a:lvl8pPr algn="l">
              <a:defRPr sz="1275" b="0">
                <a:solidFill>
                  <a:srgbClr val="90A1B9"/>
                </a:solidFill>
              </a:defRPr>
            </a:lvl8pPr>
            <a:lvl9pPr algn="l">
              <a:defRPr sz="1275" b="0">
                <a:solidFill>
                  <a:srgbClr val="90A1B9"/>
                </a:solidFill>
              </a:defRPr>
            </a:lvl9pPr>
          </a:lstStyle>
          <a:p xmlns:a="http://schemas.openxmlformats.org/drawingml/2006/main">
            <a:pPr algn="l">
              <a:lnSpc>
                <a:spcPct val="108000"/>
              </a:lnSpc>
              <a:buNone/>
              <a:defRPr sz="1275" b="0">
                <a:solidFill>
                  <a:srgbClr val="90A1B9"/>
                </a:solidFill>
              </a:defRPr>
            </a:pPr>
            <a:r>
              <a:rPr sz="1275" b="0">
                <a:solidFill>
                  <a:srgbClr val="90A1B9"/>
                </a:solidFill>
              </a:rPr>
              <a:t>Questions and scope discussion</a:t>
            </a:r>
          </a:p>
        </p:txBody>
      </p:sp>
    </p:spTree>
    <p:extLst>
      <p:ext uri="{BB962C8B-B14F-4D97-AF65-F5344CB8AC3E}">
        <p14:creationId xmlns:p14="http://schemas.microsoft.com/office/powerpoint/2010/main" val="8664895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2026-10-17T11:38:17.2850000Z</dcterms:created>
  <dcterms:modified xsi:type="dcterms:W3CDTF">2026-10-17T11:38:17.2850000Z</dcterms:modified>
</coreProperties>
</file>